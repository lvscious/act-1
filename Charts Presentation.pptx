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6" r:id="rId1"/>
  </p:sldMasterIdLst>
  <p:notesMasterIdLst>
    <p:notesMasterId r:id="rId11"/>
  </p:notesMasterIdLst>
  <p:sldIdLst>
    <p:sldId id="256" r:id="rId2"/>
    <p:sldId id="274" r:id="rId3"/>
    <p:sldId id="260" r:id="rId4"/>
    <p:sldId id="303" r:id="rId5"/>
    <p:sldId id="304" r:id="rId6"/>
    <p:sldId id="305" r:id="rId7"/>
    <p:sldId id="306" r:id="rId8"/>
    <p:sldId id="307" r:id="rId9"/>
    <p:sldId id="308"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4383E9C-6DF2-40E7-A7CE-C68DB0CEA00E}">
  <a:tblStyle styleId="{D4383E9C-6DF2-40E7-A7CE-C68DB0CEA00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10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5036891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smtClean="0">
                <a:effectLst/>
              </a:rPr>
              <a:t>Hi everyone! Today we're going to show you how the global tech-gadget shop has been doing over the last 100 days. Instead of just looking at a boring list of numbers, we're going to use charts to show you the real story behind sales.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430476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7eff44cef2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4" name="Google Shape;1094;g27eff44cef2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smtClean="0">
                <a:solidFill>
                  <a:srgbClr val="000000"/>
                </a:solidFill>
                <a:effectLst/>
                <a:latin typeface="Arial"/>
                <a:ea typeface="Arial"/>
                <a:cs typeface="Arial"/>
                <a:sym typeface="Arial"/>
              </a:rPr>
              <a:t>So, first what is a chart exactly? A chart is a graphical representation of data. Visualizing data through charts helps to uncover patterns, trends, relationships, and structure in data. So, here we use the 3 different type of chart. The Bar Chart, Line Chart, and Scatter Plot. These 3 chart have a different uses. Bar are good in comparison, while Line Chart are good in time-series data, and lastly the Scatter Plot, this is good for correlational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856328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0214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smtClean="0">
                <a:solidFill>
                  <a:srgbClr val="000000"/>
                </a:solidFill>
                <a:effectLst/>
                <a:latin typeface="Arial"/>
                <a:ea typeface="Arial"/>
                <a:cs typeface="Arial"/>
                <a:sym typeface="Arial"/>
              </a:rPr>
              <a:t>First is the Bar chart. This is good for comparing different groups. Here, compare the 4 variables which is the wearable, smartphones, audio gear, and laptops. If you look at the bars, </a:t>
            </a:r>
            <a:r>
              <a:rPr lang="en-US" sz="1100" b="1" i="0" u="none" strike="noStrike" cap="none" dirty="0" smtClean="0">
                <a:solidFill>
                  <a:srgbClr val="000000"/>
                </a:solidFill>
                <a:effectLst/>
                <a:latin typeface="Arial"/>
                <a:ea typeface="Arial"/>
                <a:cs typeface="Arial"/>
                <a:sym typeface="Arial"/>
              </a:rPr>
              <a:t>Wearables (like watches)</a:t>
            </a:r>
            <a:r>
              <a:rPr lang="en-US" sz="1100" b="0" i="0" u="none" strike="noStrike" cap="none" dirty="0" smtClean="0">
                <a:solidFill>
                  <a:srgbClr val="000000"/>
                </a:solidFill>
                <a:effectLst/>
                <a:latin typeface="Arial"/>
                <a:ea typeface="Arial"/>
                <a:cs typeface="Arial"/>
                <a:sym typeface="Arial"/>
              </a:rPr>
              <a:t> are the higher total unit sold, over 2,200. These tells that even though they aren't the most expensive, they are what most of customers are buying.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239734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3351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smtClean="0">
                <a:solidFill>
                  <a:srgbClr val="000000"/>
                </a:solidFill>
                <a:effectLst/>
                <a:latin typeface="Arial"/>
                <a:ea typeface="Arial"/>
                <a:cs typeface="Arial"/>
                <a:sym typeface="Arial"/>
              </a:rPr>
              <a:t>Next, we have the Line Chart. This tracks how much revenue was made each day. As you can see, the line isn't smooth it jumps up and down quite a bit. These 'peaks' or high points show us exactly which days were the most successful. It helps us interpret that the money coming in isn't the same every day—it depends on what people were buying at that time.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406570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9096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smtClean="0">
                <a:solidFill>
                  <a:srgbClr val="000000"/>
                </a:solidFill>
                <a:effectLst/>
                <a:latin typeface="Arial"/>
                <a:ea typeface="Arial"/>
                <a:cs typeface="Arial"/>
                <a:sym typeface="Arial"/>
              </a:rPr>
              <a:t>Lastly, Scatter Plot, For this chart, we are looking at the connection between the number of items sold and the money made. We put </a:t>
            </a:r>
            <a:r>
              <a:rPr lang="en-US" sz="1100" b="1" i="0" u="none" strike="noStrike" cap="none" dirty="0" smtClean="0">
                <a:solidFill>
                  <a:srgbClr val="000000"/>
                </a:solidFill>
                <a:effectLst/>
                <a:latin typeface="Arial"/>
                <a:ea typeface="Arial"/>
                <a:cs typeface="Arial"/>
                <a:sym typeface="Arial"/>
              </a:rPr>
              <a:t>Units Sold</a:t>
            </a:r>
            <a:r>
              <a:rPr lang="en-US" sz="1100" b="0" i="0" u="none" strike="noStrike" cap="none" dirty="0" smtClean="0">
                <a:solidFill>
                  <a:srgbClr val="000000"/>
                </a:solidFill>
                <a:effectLst/>
                <a:latin typeface="Arial"/>
                <a:ea typeface="Arial"/>
                <a:cs typeface="Arial"/>
                <a:sym typeface="Arial"/>
              </a:rPr>
              <a:t> and </a:t>
            </a:r>
            <a:r>
              <a:rPr lang="en-US" sz="1100" b="1" i="0" u="none" strike="noStrike" cap="none" dirty="0" smtClean="0">
                <a:solidFill>
                  <a:srgbClr val="000000"/>
                </a:solidFill>
                <a:effectLst/>
                <a:latin typeface="Arial"/>
                <a:ea typeface="Arial"/>
                <a:cs typeface="Arial"/>
                <a:sym typeface="Arial"/>
              </a:rPr>
              <a:t>Revenue</a:t>
            </a:r>
            <a:r>
              <a:rPr lang="en-US" sz="1100" b="0" i="0" u="none" strike="noStrike" cap="none" dirty="0" smtClean="0">
                <a:solidFill>
                  <a:srgbClr val="000000"/>
                </a:solidFill>
                <a:effectLst/>
                <a:latin typeface="Arial"/>
                <a:ea typeface="Arial"/>
                <a:cs typeface="Arial"/>
                <a:sym typeface="Arial"/>
              </a:rPr>
              <a:t>. Each dot you see represents one single day from the data. What we noticed is that the dots naturally group together by category. For example, the Laptops are high up but to the left, which shows they make a lot of money even if we don't sell many. On the other hand, Wearables are far to the right, showing they sell in big numbers but for less money. This helps us interpret that the dataset has a mix of both high-priced and high-volume items.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76954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7584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545187" y="2539113"/>
            <a:ext cx="2909077" cy="2909077"/>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10;p2"/>
          <p:cNvSpPr/>
          <p:nvPr/>
        </p:nvSpPr>
        <p:spPr>
          <a:xfrm>
            <a:off x="7073900" y="4334213"/>
            <a:ext cx="2909077" cy="2909077"/>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11;p2"/>
          <p:cNvSpPr/>
          <p:nvPr/>
        </p:nvSpPr>
        <p:spPr>
          <a:xfrm>
            <a:off x="-90650" y="-73963"/>
            <a:ext cx="2085177" cy="901987"/>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2;p2"/>
          <p:cNvSpPr/>
          <p:nvPr/>
        </p:nvSpPr>
        <p:spPr>
          <a:xfrm>
            <a:off x="8488469" y="990668"/>
            <a:ext cx="2306972" cy="2306972"/>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a:off x="431847" y="3177967"/>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rot="-2700000">
            <a:off x="8734960" y="342095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rot="-2700000">
            <a:off x="8734956" y="47086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6;p2"/>
          <p:cNvSpPr/>
          <p:nvPr/>
        </p:nvSpPr>
        <p:spPr>
          <a:xfrm rot="-2700000">
            <a:off x="3258027" y="294804"/>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rot="-2700000">
            <a:off x="2091794" y="4654300"/>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2"/>
          <p:cNvSpPr/>
          <p:nvPr/>
        </p:nvSpPr>
        <p:spPr>
          <a:xfrm rot="-2700000">
            <a:off x="266135" y="189449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2"/>
          <p:cNvSpPr/>
          <p:nvPr/>
        </p:nvSpPr>
        <p:spPr>
          <a:xfrm>
            <a:off x="6495722" y="171242"/>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20;p2"/>
          <p:cNvSpPr/>
          <p:nvPr/>
        </p:nvSpPr>
        <p:spPr>
          <a:xfrm>
            <a:off x="5548472" y="4814317"/>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21;p2"/>
          <p:cNvSpPr txBox="1">
            <a:spLocks noGrp="1"/>
          </p:cNvSpPr>
          <p:nvPr>
            <p:ph type="ctrTitle"/>
          </p:nvPr>
        </p:nvSpPr>
        <p:spPr>
          <a:xfrm>
            <a:off x="1814850" y="1577788"/>
            <a:ext cx="5514300" cy="17439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Clr>
                <a:srgbClr val="191919"/>
              </a:buClr>
              <a:buSzPts val="5200"/>
              <a:buNone/>
              <a:defRPr sz="6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2" name="Google Shape;22;p2"/>
          <p:cNvSpPr txBox="1">
            <a:spLocks noGrp="1"/>
          </p:cNvSpPr>
          <p:nvPr>
            <p:ph type="subTitle" idx="1"/>
          </p:nvPr>
        </p:nvSpPr>
        <p:spPr>
          <a:xfrm>
            <a:off x="2430150" y="3547500"/>
            <a:ext cx="4283700" cy="450000"/>
          </a:xfrm>
          <a:prstGeom prst="rect">
            <a:avLst/>
          </a:prstGeom>
          <a:solidFill>
            <a:schemeClr val="dk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23" name="Google Shape;23;p2"/>
          <p:cNvSpPr txBox="1">
            <a:spLocks noGrp="1"/>
          </p:cNvSpPr>
          <p:nvPr>
            <p:ph type="ctrTitle" idx="2"/>
          </p:nvPr>
        </p:nvSpPr>
        <p:spPr>
          <a:xfrm>
            <a:off x="6938575" y="552675"/>
            <a:ext cx="1492200" cy="4500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rgbClr val="191919"/>
              </a:buClr>
              <a:buSzPts val="1800"/>
              <a:buNone/>
              <a:defRPr sz="2400"/>
            </a:lvl1pPr>
            <a:lvl2pPr lvl="1" algn="ctr" rtl="0">
              <a:spcBef>
                <a:spcPts val="0"/>
              </a:spcBef>
              <a:spcAft>
                <a:spcPts val="0"/>
              </a:spcAft>
              <a:buClr>
                <a:srgbClr val="191919"/>
              </a:buClr>
              <a:buSzPts val="1800"/>
              <a:buNone/>
              <a:defRPr sz="1800">
                <a:solidFill>
                  <a:srgbClr val="191919"/>
                </a:solidFill>
              </a:defRPr>
            </a:lvl2pPr>
            <a:lvl3pPr lvl="2" algn="ctr" rtl="0">
              <a:spcBef>
                <a:spcPts val="0"/>
              </a:spcBef>
              <a:spcAft>
                <a:spcPts val="0"/>
              </a:spcAft>
              <a:buClr>
                <a:srgbClr val="191919"/>
              </a:buClr>
              <a:buSzPts val="1800"/>
              <a:buNone/>
              <a:defRPr sz="1800">
                <a:solidFill>
                  <a:srgbClr val="191919"/>
                </a:solidFill>
              </a:defRPr>
            </a:lvl3pPr>
            <a:lvl4pPr lvl="3" algn="ctr" rtl="0">
              <a:spcBef>
                <a:spcPts val="0"/>
              </a:spcBef>
              <a:spcAft>
                <a:spcPts val="0"/>
              </a:spcAft>
              <a:buClr>
                <a:srgbClr val="191919"/>
              </a:buClr>
              <a:buSzPts val="1800"/>
              <a:buNone/>
              <a:defRPr sz="1800">
                <a:solidFill>
                  <a:srgbClr val="191919"/>
                </a:solidFill>
              </a:defRPr>
            </a:lvl4pPr>
            <a:lvl5pPr lvl="4" algn="ctr" rtl="0">
              <a:spcBef>
                <a:spcPts val="0"/>
              </a:spcBef>
              <a:spcAft>
                <a:spcPts val="0"/>
              </a:spcAft>
              <a:buClr>
                <a:srgbClr val="191919"/>
              </a:buClr>
              <a:buSzPts val="1800"/>
              <a:buNone/>
              <a:defRPr sz="1800">
                <a:solidFill>
                  <a:srgbClr val="191919"/>
                </a:solidFill>
              </a:defRPr>
            </a:lvl5pPr>
            <a:lvl6pPr lvl="5" algn="ctr" rtl="0">
              <a:spcBef>
                <a:spcPts val="0"/>
              </a:spcBef>
              <a:spcAft>
                <a:spcPts val="0"/>
              </a:spcAft>
              <a:buClr>
                <a:srgbClr val="191919"/>
              </a:buClr>
              <a:buSzPts val="1800"/>
              <a:buNone/>
              <a:defRPr sz="1800">
                <a:solidFill>
                  <a:srgbClr val="191919"/>
                </a:solidFill>
              </a:defRPr>
            </a:lvl6pPr>
            <a:lvl7pPr lvl="6" algn="ctr" rtl="0">
              <a:spcBef>
                <a:spcPts val="0"/>
              </a:spcBef>
              <a:spcAft>
                <a:spcPts val="0"/>
              </a:spcAft>
              <a:buClr>
                <a:srgbClr val="191919"/>
              </a:buClr>
              <a:buSzPts val="1800"/>
              <a:buNone/>
              <a:defRPr sz="1800">
                <a:solidFill>
                  <a:srgbClr val="191919"/>
                </a:solidFill>
              </a:defRPr>
            </a:lvl7pPr>
            <a:lvl8pPr lvl="7" algn="ctr" rtl="0">
              <a:spcBef>
                <a:spcPts val="0"/>
              </a:spcBef>
              <a:spcAft>
                <a:spcPts val="0"/>
              </a:spcAft>
              <a:buClr>
                <a:srgbClr val="191919"/>
              </a:buClr>
              <a:buSzPts val="1800"/>
              <a:buNone/>
              <a:defRPr sz="1800">
                <a:solidFill>
                  <a:srgbClr val="191919"/>
                </a:solidFill>
              </a:defRPr>
            </a:lvl8pPr>
            <a:lvl9pPr lvl="8" algn="ctr" rtl="0">
              <a:spcBef>
                <a:spcPts val="0"/>
              </a:spcBef>
              <a:spcAft>
                <a:spcPts val="0"/>
              </a:spcAft>
              <a:buClr>
                <a:srgbClr val="191919"/>
              </a:buClr>
              <a:buSzPts val="1800"/>
              <a:buNone/>
              <a:defRPr sz="1800">
                <a:solidFill>
                  <a:srgbClr val="191919"/>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3"/>
          <p:cNvSpPr/>
          <p:nvPr/>
        </p:nvSpPr>
        <p:spPr>
          <a:xfrm>
            <a:off x="-1626298" y="2598094"/>
            <a:ext cx="3114423" cy="3114423"/>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3"/>
          <p:cNvSpPr/>
          <p:nvPr/>
        </p:nvSpPr>
        <p:spPr>
          <a:xfrm>
            <a:off x="7191750" y="-13688"/>
            <a:ext cx="2085177" cy="901987"/>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p3"/>
          <p:cNvSpPr/>
          <p:nvPr/>
        </p:nvSpPr>
        <p:spPr>
          <a:xfrm>
            <a:off x="359972" y="743455"/>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8;p3"/>
          <p:cNvSpPr/>
          <p:nvPr/>
        </p:nvSpPr>
        <p:spPr>
          <a:xfrm rot="-2700000">
            <a:off x="4446660" y="204122"/>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3"/>
          <p:cNvSpPr/>
          <p:nvPr/>
        </p:nvSpPr>
        <p:spPr>
          <a:xfrm rot="-2700000">
            <a:off x="8603477" y="2503104"/>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p3"/>
          <p:cNvSpPr/>
          <p:nvPr/>
        </p:nvSpPr>
        <p:spPr>
          <a:xfrm rot="-2700000">
            <a:off x="2404760" y="476165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1;p3"/>
          <p:cNvSpPr/>
          <p:nvPr/>
        </p:nvSpPr>
        <p:spPr>
          <a:xfrm rot="-2700000">
            <a:off x="6853619" y="4632436"/>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32;p3"/>
          <p:cNvSpPr/>
          <p:nvPr/>
        </p:nvSpPr>
        <p:spPr>
          <a:xfrm>
            <a:off x="8848072" y="4396730"/>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3;p3"/>
          <p:cNvSpPr txBox="1">
            <a:spLocks noGrp="1"/>
          </p:cNvSpPr>
          <p:nvPr>
            <p:ph type="title"/>
          </p:nvPr>
        </p:nvSpPr>
        <p:spPr>
          <a:xfrm>
            <a:off x="3151900" y="1636350"/>
            <a:ext cx="4150500" cy="1302300"/>
          </a:xfrm>
          <a:prstGeom prst="rect">
            <a:avLst/>
          </a:prstGeom>
          <a:ln>
            <a:noFill/>
          </a:ln>
        </p:spPr>
        <p:txBody>
          <a:bodyPr spcFirstLastPara="1" wrap="square" lIns="91425" tIns="91425" rIns="91425" bIns="91425" anchor="b"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4" name="Google Shape;34;p3"/>
          <p:cNvSpPr txBox="1">
            <a:spLocks noGrp="1"/>
          </p:cNvSpPr>
          <p:nvPr>
            <p:ph type="title" idx="2" hasCustomPrompt="1"/>
          </p:nvPr>
        </p:nvSpPr>
        <p:spPr>
          <a:xfrm>
            <a:off x="1475300" y="1690000"/>
            <a:ext cx="1294500" cy="908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48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5" name="Google Shape;35;p3"/>
          <p:cNvSpPr txBox="1">
            <a:spLocks noGrp="1"/>
          </p:cNvSpPr>
          <p:nvPr>
            <p:ph type="subTitle" idx="1"/>
          </p:nvPr>
        </p:nvSpPr>
        <p:spPr>
          <a:xfrm>
            <a:off x="3151900" y="3080475"/>
            <a:ext cx="3124800" cy="693000"/>
          </a:xfrm>
          <a:prstGeom prst="rect">
            <a:avLst/>
          </a:prstGeom>
          <a:solidFill>
            <a:schemeClr val="dk2"/>
          </a:solidFill>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3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6">
  <p:cSld name="TITLE_ONLY_1_1_1_1">
    <p:spTree>
      <p:nvGrpSpPr>
        <p:cNvPr id="1" name="Shape 188"/>
        <p:cNvGrpSpPr/>
        <p:nvPr/>
      </p:nvGrpSpPr>
      <p:grpSpPr>
        <a:xfrm>
          <a:off x="0" y="0"/>
          <a:ext cx="0" cy="0"/>
          <a:chOff x="0" y="0"/>
          <a:chExt cx="0" cy="0"/>
        </a:xfrm>
      </p:grpSpPr>
      <p:sp>
        <p:nvSpPr>
          <p:cNvPr id="189" name="Google Shape;189;p18"/>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0" name="Google Shape;190;p18"/>
          <p:cNvSpPr/>
          <p:nvPr/>
        </p:nvSpPr>
        <p:spPr>
          <a:xfrm>
            <a:off x="-995441" y="4347584"/>
            <a:ext cx="2087690" cy="2087690"/>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18"/>
          <p:cNvSpPr/>
          <p:nvPr/>
        </p:nvSpPr>
        <p:spPr>
          <a:xfrm>
            <a:off x="6570050" y="5"/>
            <a:ext cx="1320889" cy="571378"/>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 name="Google Shape;192;p18"/>
          <p:cNvSpPr/>
          <p:nvPr/>
        </p:nvSpPr>
        <p:spPr>
          <a:xfrm rot="-2700000">
            <a:off x="348672" y="376089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 name="Google Shape;193;p18"/>
          <p:cNvSpPr/>
          <p:nvPr/>
        </p:nvSpPr>
        <p:spPr>
          <a:xfrm rot="-2700000">
            <a:off x="154531" y="717675"/>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BD0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18"/>
          <p:cNvSpPr/>
          <p:nvPr/>
        </p:nvSpPr>
        <p:spPr>
          <a:xfrm rot="-2700000">
            <a:off x="5835865" y="21704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18"/>
          <p:cNvSpPr/>
          <p:nvPr/>
        </p:nvSpPr>
        <p:spPr>
          <a:xfrm rot="-2700000">
            <a:off x="8076748" y="481780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18"/>
          <p:cNvSpPr/>
          <p:nvPr/>
        </p:nvSpPr>
        <p:spPr>
          <a:xfrm rot="-2700000">
            <a:off x="3131756" y="481781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18"/>
          <p:cNvSpPr/>
          <p:nvPr/>
        </p:nvSpPr>
        <p:spPr>
          <a:xfrm>
            <a:off x="8756660" y="2121130"/>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98" name="Google Shape;198;p18"/>
          <p:cNvGrpSpPr/>
          <p:nvPr/>
        </p:nvGrpSpPr>
        <p:grpSpPr>
          <a:xfrm>
            <a:off x="8629633" y="4002066"/>
            <a:ext cx="901968" cy="901968"/>
            <a:chOff x="1350404" y="-3124999"/>
            <a:chExt cx="1570279" cy="1570279"/>
          </a:xfrm>
        </p:grpSpPr>
        <p:sp>
          <p:nvSpPr>
            <p:cNvPr id="199" name="Google Shape;199;p18"/>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18"/>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18"/>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 name="Google Shape;202;p18"/>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
  <p:cSld name="CUSTOM_1">
    <p:spTree>
      <p:nvGrpSpPr>
        <p:cNvPr id="1" name="Shape 203"/>
        <p:cNvGrpSpPr/>
        <p:nvPr/>
      </p:nvGrpSpPr>
      <p:grpSpPr>
        <a:xfrm>
          <a:off x="0" y="0"/>
          <a:ext cx="0" cy="0"/>
          <a:chOff x="0" y="0"/>
          <a:chExt cx="0" cy="0"/>
        </a:xfrm>
      </p:grpSpPr>
      <p:sp>
        <p:nvSpPr>
          <p:cNvPr id="204" name="Google Shape;204;p19"/>
          <p:cNvSpPr txBox="1">
            <a:spLocks noGrp="1"/>
          </p:cNvSpPr>
          <p:nvPr>
            <p:ph type="subTitle" idx="1"/>
          </p:nvPr>
        </p:nvSpPr>
        <p:spPr>
          <a:xfrm>
            <a:off x="4938050" y="2727754"/>
            <a:ext cx="3346200" cy="867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205" name="Google Shape;205;p19"/>
          <p:cNvSpPr txBox="1">
            <a:spLocks noGrp="1"/>
          </p:cNvSpPr>
          <p:nvPr>
            <p:ph type="title"/>
          </p:nvPr>
        </p:nvSpPr>
        <p:spPr>
          <a:xfrm>
            <a:off x="7151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r" rtl="0">
              <a:spcBef>
                <a:spcPts val="0"/>
              </a:spcBef>
              <a:spcAft>
                <a:spcPts val="0"/>
              </a:spcAft>
              <a:buSzPts val="3500"/>
              <a:buNone/>
              <a:defRPr/>
            </a:lvl2pPr>
            <a:lvl3pPr lvl="2" algn="r" rtl="0">
              <a:spcBef>
                <a:spcPts val="0"/>
              </a:spcBef>
              <a:spcAft>
                <a:spcPts val="0"/>
              </a:spcAft>
              <a:buSzPts val="3500"/>
              <a:buNone/>
              <a:defRPr/>
            </a:lvl3pPr>
            <a:lvl4pPr lvl="3" algn="r" rtl="0">
              <a:spcBef>
                <a:spcPts val="0"/>
              </a:spcBef>
              <a:spcAft>
                <a:spcPts val="0"/>
              </a:spcAft>
              <a:buSzPts val="3500"/>
              <a:buNone/>
              <a:defRPr/>
            </a:lvl4pPr>
            <a:lvl5pPr lvl="4" algn="r" rtl="0">
              <a:spcBef>
                <a:spcPts val="0"/>
              </a:spcBef>
              <a:spcAft>
                <a:spcPts val="0"/>
              </a:spcAft>
              <a:buSzPts val="3500"/>
              <a:buNone/>
              <a:defRPr/>
            </a:lvl5pPr>
            <a:lvl6pPr lvl="5" algn="r" rtl="0">
              <a:spcBef>
                <a:spcPts val="0"/>
              </a:spcBef>
              <a:spcAft>
                <a:spcPts val="0"/>
              </a:spcAft>
              <a:buSzPts val="3500"/>
              <a:buNone/>
              <a:defRPr/>
            </a:lvl6pPr>
            <a:lvl7pPr lvl="6" algn="r" rtl="0">
              <a:spcBef>
                <a:spcPts val="0"/>
              </a:spcBef>
              <a:spcAft>
                <a:spcPts val="0"/>
              </a:spcAft>
              <a:buSzPts val="3500"/>
              <a:buNone/>
              <a:defRPr/>
            </a:lvl7pPr>
            <a:lvl8pPr lvl="7" algn="r" rtl="0">
              <a:spcBef>
                <a:spcPts val="0"/>
              </a:spcBef>
              <a:spcAft>
                <a:spcPts val="0"/>
              </a:spcAft>
              <a:buSzPts val="3500"/>
              <a:buNone/>
              <a:defRPr/>
            </a:lvl8pPr>
            <a:lvl9pPr lvl="8" algn="r"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18"/>
        <p:cNvGrpSpPr/>
        <p:nvPr/>
      </p:nvGrpSpPr>
      <p:grpSpPr>
        <a:xfrm>
          <a:off x="0" y="0"/>
          <a:ext cx="0" cy="0"/>
          <a:chOff x="0" y="0"/>
          <a:chExt cx="0" cy="0"/>
        </a:xfrm>
      </p:grpSpPr>
      <p:sp>
        <p:nvSpPr>
          <p:cNvPr id="319" name="Google Shape;319;p26"/>
          <p:cNvSpPr/>
          <p:nvPr/>
        </p:nvSpPr>
        <p:spPr>
          <a:xfrm>
            <a:off x="-753977" y="3910975"/>
            <a:ext cx="2489827" cy="2489827"/>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20" name="Google Shape;320;p26"/>
          <p:cNvGrpSpPr/>
          <p:nvPr/>
        </p:nvGrpSpPr>
        <p:grpSpPr>
          <a:xfrm>
            <a:off x="295975" y="4188655"/>
            <a:ext cx="1694813" cy="830678"/>
            <a:chOff x="-215300" y="3851305"/>
            <a:chExt cx="1694813" cy="830678"/>
          </a:xfrm>
        </p:grpSpPr>
        <p:sp>
          <p:nvSpPr>
            <p:cNvPr id="321" name="Google Shape;321;p26"/>
            <p:cNvSpPr/>
            <p:nvPr/>
          </p:nvSpPr>
          <p:spPr>
            <a:xfrm>
              <a:off x="861887" y="3947362"/>
              <a:ext cx="215345" cy="42222"/>
            </a:xfrm>
            <a:custGeom>
              <a:avLst/>
              <a:gdLst/>
              <a:ahLst/>
              <a:cxnLst/>
              <a:rect l="l" t="t" r="r" b="b"/>
              <a:pathLst>
                <a:path w="386269" h="75734" extrusionOk="0">
                  <a:moveTo>
                    <a:pt x="0" y="0"/>
                  </a:moveTo>
                  <a:lnTo>
                    <a:pt x="386270" y="0"/>
                  </a:lnTo>
                  <a:lnTo>
                    <a:pt x="386270" y="75735"/>
                  </a:lnTo>
                  <a:lnTo>
                    <a:pt x="0" y="7573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22" name="Google Shape;322;p26"/>
            <p:cNvGrpSpPr/>
            <p:nvPr/>
          </p:nvGrpSpPr>
          <p:grpSpPr>
            <a:xfrm>
              <a:off x="861887" y="4031521"/>
              <a:ext cx="137882" cy="60495"/>
              <a:chOff x="1949580" y="3551527"/>
              <a:chExt cx="247410" cy="108551"/>
            </a:xfrm>
          </p:grpSpPr>
          <p:sp>
            <p:nvSpPr>
              <p:cNvPr id="323" name="Google Shape;323;p26"/>
              <p:cNvSpPr/>
              <p:nvPr/>
            </p:nvSpPr>
            <p:spPr>
              <a:xfrm>
                <a:off x="1949580" y="3551527"/>
                <a:ext cx="247410" cy="7596"/>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26"/>
              <p:cNvSpPr/>
              <p:nvPr/>
            </p:nvSpPr>
            <p:spPr>
              <a:xfrm>
                <a:off x="1949580" y="3601966"/>
                <a:ext cx="247410" cy="7596"/>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26"/>
              <p:cNvSpPr/>
              <p:nvPr/>
            </p:nvSpPr>
            <p:spPr>
              <a:xfrm>
                <a:off x="1949580" y="3652482"/>
                <a:ext cx="247410" cy="7596"/>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6" name="Google Shape;326;p26"/>
            <p:cNvSpPr/>
            <p:nvPr/>
          </p:nvSpPr>
          <p:spPr>
            <a:xfrm>
              <a:off x="-85801" y="4070172"/>
              <a:ext cx="105745" cy="611734"/>
            </a:xfrm>
            <a:custGeom>
              <a:avLst/>
              <a:gdLst/>
              <a:ahLst/>
              <a:cxnLst/>
              <a:rect l="l" t="t" r="r" b="b"/>
              <a:pathLst>
                <a:path w="189678" h="1097280" extrusionOk="0">
                  <a:moveTo>
                    <a:pt x="0" y="0"/>
                  </a:moveTo>
                  <a:lnTo>
                    <a:pt x="189679" y="0"/>
                  </a:lnTo>
                  <a:lnTo>
                    <a:pt x="189679" y="1097280"/>
                  </a:lnTo>
                  <a:lnTo>
                    <a:pt x="0" y="1097280"/>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26"/>
            <p:cNvSpPr/>
            <p:nvPr/>
          </p:nvSpPr>
          <p:spPr>
            <a:xfrm>
              <a:off x="104109" y="4375950"/>
              <a:ext cx="105745" cy="305846"/>
            </a:xfrm>
            <a:custGeom>
              <a:avLst/>
              <a:gdLst/>
              <a:ahLst/>
              <a:cxnLst/>
              <a:rect l="l" t="t" r="r" b="b"/>
              <a:pathLst>
                <a:path w="189678" h="548602" extrusionOk="0">
                  <a:moveTo>
                    <a:pt x="0" y="0"/>
                  </a:moveTo>
                  <a:lnTo>
                    <a:pt x="189679" y="0"/>
                  </a:lnTo>
                  <a:lnTo>
                    <a:pt x="189679" y="548602"/>
                  </a:lnTo>
                  <a:lnTo>
                    <a:pt x="0" y="54860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26"/>
            <p:cNvSpPr/>
            <p:nvPr/>
          </p:nvSpPr>
          <p:spPr>
            <a:xfrm>
              <a:off x="294020" y="4210340"/>
              <a:ext cx="105745" cy="471557"/>
            </a:xfrm>
            <a:custGeom>
              <a:avLst/>
              <a:gdLst/>
              <a:ahLst/>
              <a:cxnLst/>
              <a:rect l="l" t="t" r="r" b="b"/>
              <a:pathLst>
                <a:path w="189678" h="845843" extrusionOk="0">
                  <a:moveTo>
                    <a:pt x="0" y="0"/>
                  </a:moveTo>
                  <a:lnTo>
                    <a:pt x="189679" y="0"/>
                  </a:lnTo>
                  <a:lnTo>
                    <a:pt x="189679" y="845844"/>
                  </a:lnTo>
                  <a:lnTo>
                    <a:pt x="0" y="845844"/>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26"/>
            <p:cNvSpPr/>
            <p:nvPr/>
          </p:nvSpPr>
          <p:spPr>
            <a:xfrm>
              <a:off x="483972" y="4070172"/>
              <a:ext cx="105745" cy="611734"/>
            </a:xfrm>
            <a:custGeom>
              <a:avLst/>
              <a:gdLst/>
              <a:ahLst/>
              <a:cxnLst/>
              <a:rect l="l" t="t" r="r" b="b"/>
              <a:pathLst>
                <a:path w="189678" h="1097280" extrusionOk="0">
                  <a:moveTo>
                    <a:pt x="0" y="0"/>
                  </a:moveTo>
                  <a:lnTo>
                    <a:pt x="189679" y="0"/>
                  </a:lnTo>
                  <a:lnTo>
                    <a:pt x="189679" y="1097280"/>
                  </a:lnTo>
                  <a:lnTo>
                    <a:pt x="0" y="1097280"/>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 name="Google Shape;330;p26"/>
            <p:cNvSpPr/>
            <p:nvPr/>
          </p:nvSpPr>
          <p:spPr>
            <a:xfrm>
              <a:off x="673882" y="4070172"/>
              <a:ext cx="105745" cy="611734"/>
            </a:xfrm>
            <a:custGeom>
              <a:avLst/>
              <a:gdLst/>
              <a:ahLst/>
              <a:cxnLst/>
              <a:rect l="l" t="t" r="r" b="b"/>
              <a:pathLst>
                <a:path w="189678" h="1097280" extrusionOk="0">
                  <a:moveTo>
                    <a:pt x="0" y="0"/>
                  </a:moveTo>
                  <a:lnTo>
                    <a:pt x="189679" y="0"/>
                  </a:lnTo>
                  <a:lnTo>
                    <a:pt x="189679" y="1097280"/>
                  </a:lnTo>
                  <a:lnTo>
                    <a:pt x="0" y="109728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26"/>
            <p:cNvSpPr/>
            <p:nvPr/>
          </p:nvSpPr>
          <p:spPr>
            <a:xfrm>
              <a:off x="863835" y="4347926"/>
              <a:ext cx="105745" cy="333923"/>
            </a:xfrm>
            <a:custGeom>
              <a:avLst/>
              <a:gdLst/>
              <a:ahLst/>
              <a:cxnLst/>
              <a:rect l="l" t="t" r="r" b="b"/>
              <a:pathLst>
                <a:path w="189678" h="598965" extrusionOk="0">
                  <a:moveTo>
                    <a:pt x="0" y="0"/>
                  </a:moveTo>
                  <a:lnTo>
                    <a:pt x="189679" y="0"/>
                  </a:lnTo>
                  <a:lnTo>
                    <a:pt x="189679" y="598965"/>
                  </a:lnTo>
                  <a:lnTo>
                    <a:pt x="0" y="59896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26"/>
            <p:cNvSpPr/>
            <p:nvPr/>
          </p:nvSpPr>
          <p:spPr>
            <a:xfrm>
              <a:off x="1053745" y="4472133"/>
              <a:ext cx="105745" cy="209628"/>
            </a:xfrm>
            <a:custGeom>
              <a:avLst/>
              <a:gdLst/>
              <a:ahLst/>
              <a:cxnLst/>
              <a:rect l="l" t="t" r="r" b="b"/>
              <a:pathLst>
                <a:path w="189678" h="376014" extrusionOk="0">
                  <a:moveTo>
                    <a:pt x="0" y="0"/>
                  </a:moveTo>
                  <a:lnTo>
                    <a:pt x="189679" y="0"/>
                  </a:lnTo>
                  <a:lnTo>
                    <a:pt x="189679" y="376015"/>
                  </a:lnTo>
                  <a:lnTo>
                    <a:pt x="0" y="37601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26"/>
            <p:cNvSpPr/>
            <p:nvPr/>
          </p:nvSpPr>
          <p:spPr>
            <a:xfrm>
              <a:off x="1243698" y="4070172"/>
              <a:ext cx="105745" cy="611734"/>
            </a:xfrm>
            <a:custGeom>
              <a:avLst/>
              <a:gdLst/>
              <a:ahLst/>
              <a:cxnLst/>
              <a:rect l="l" t="t" r="r" b="b"/>
              <a:pathLst>
                <a:path w="189678" h="1097280" extrusionOk="0">
                  <a:moveTo>
                    <a:pt x="0" y="0"/>
                  </a:moveTo>
                  <a:lnTo>
                    <a:pt x="189679" y="0"/>
                  </a:lnTo>
                  <a:lnTo>
                    <a:pt x="189679" y="1097280"/>
                  </a:lnTo>
                  <a:lnTo>
                    <a:pt x="0" y="1097280"/>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26"/>
            <p:cNvSpPr/>
            <p:nvPr/>
          </p:nvSpPr>
          <p:spPr>
            <a:xfrm>
              <a:off x="-32968" y="4087783"/>
              <a:ext cx="1329975" cy="420315"/>
            </a:xfrm>
            <a:custGeom>
              <a:avLst/>
              <a:gdLst/>
              <a:ahLst/>
              <a:cxnLst/>
              <a:rect l="l" t="t" r="r" b="b"/>
              <a:pathLst>
                <a:path w="2385606" h="753929" extrusionOk="0">
                  <a:moveTo>
                    <a:pt x="0" y="0"/>
                  </a:moveTo>
                  <a:lnTo>
                    <a:pt x="340844" y="555135"/>
                  </a:lnTo>
                  <a:lnTo>
                    <a:pt x="681613" y="262147"/>
                  </a:lnTo>
                  <a:lnTo>
                    <a:pt x="1022381" y="0"/>
                  </a:lnTo>
                  <a:lnTo>
                    <a:pt x="1363225" y="0"/>
                  </a:lnTo>
                  <a:lnTo>
                    <a:pt x="1703993" y="517077"/>
                  </a:lnTo>
                  <a:lnTo>
                    <a:pt x="2044838" y="753929"/>
                  </a:lnTo>
                  <a:lnTo>
                    <a:pt x="2385606"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26"/>
            <p:cNvSpPr/>
            <p:nvPr/>
          </p:nvSpPr>
          <p:spPr>
            <a:xfrm>
              <a:off x="-61417" y="4059335"/>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26"/>
            <p:cNvSpPr/>
            <p:nvPr/>
          </p:nvSpPr>
          <p:spPr>
            <a:xfrm>
              <a:off x="128536" y="4354614"/>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26"/>
            <p:cNvSpPr/>
            <p:nvPr/>
          </p:nvSpPr>
          <p:spPr>
            <a:xfrm>
              <a:off x="318446" y="4189385"/>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 name="Google Shape;338;p26"/>
            <p:cNvSpPr/>
            <p:nvPr/>
          </p:nvSpPr>
          <p:spPr>
            <a:xfrm>
              <a:off x="508356" y="4059335"/>
              <a:ext cx="56917" cy="56917"/>
            </a:xfrm>
            <a:custGeom>
              <a:avLst/>
              <a:gdLst/>
              <a:ahLst/>
              <a:cxnLst/>
              <a:rect l="l" t="t" r="r" b="b"/>
              <a:pathLst>
                <a:path w="102093" h="102093" extrusionOk="0">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 name="Google Shape;339;p26"/>
            <p:cNvSpPr/>
            <p:nvPr/>
          </p:nvSpPr>
          <p:spPr>
            <a:xfrm>
              <a:off x="698309" y="4059335"/>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 name="Google Shape;340;p26"/>
            <p:cNvSpPr/>
            <p:nvPr/>
          </p:nvSpPr>
          <p:spPr>
            <a:xfrm>
              <a:off x="893172" y="4336368"/>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 name="Google Shape;341;p26"/>
            <p:cNvSpPr/>
            <p:nvPr/>
          </p:nvSpPr>
          <p:spPr>
            <a:xfrm>
              <a:off x="1078172" y="4457909"/>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26"/>
            <p:cNvSpPr/>
            <p:nvPr/>
          </p:nvSpPr>
          <p:spPr>
            <a:xfrm>
              <a:off x="1268082" y="4046253"/>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 name="Google Shape;343;p26"/>
            <p:cNvSpPr/>
            <p:nvPr/>
          </p:nvSpPr>
          <p:spPr>
            <a:xfrm>
              <a:off x="-215300" y="3851305"/>
              <a:ext cx="1694813" cy="830678"/>
            </a:xfrm>
            <a:custGeom>
              <a:avLst/>
              <a:gdLst/>
              <a:ahLst/>
              <a:cxnLst/>
              <a:rect l="l" t="t" r="r" b="b"/>
              <a:pathLst>
                <a:path w="3040023" h="1490006" extrusionOk="0">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44" name="Google Shape;344;p26"/>
          <p:cNvSpPr/>
          <p:nvPr/>
        </p:nvSpPr>
        <p:spPr>
          <a:xfrm rot="-2700000">
            <a:off x="7679247" y="18329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5" name="Google Shape;345;p26"/>
          <p:cNvSpPr/>
          <p:nvPr/>
        </p:nvSpPr>
        <p:spPr>
          <a:xfrm rot="-2700000">
            <a:off x="422294" y="567925"/>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BD0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6" name="Google Shape;346;p26"/>
          <p:cNvSpPr/>
          <p:nvPr/>
        </p:nvSpPr>
        <p:spPr>
          <a:xfrm rot="-2700000">
            <a:off x="8760102" y="3593879"/>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7" name="Google Shape;347;p26"/>
          <p:cNvSpPr/>
          <p:nvPr/>
        </p:nvSpPr>
        <p:spPr>
          <a:xfrm rot="-2700000">
            <a:off x="228123" y="304080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8" name="Google Shape;348;p26"/>
          <p:cNvSpPr/>
          <p:nvPr/>
        </p:nvSpPr>
        <p:spPr>
          <a:xfrm rot="-2700000">
            <a:off x="4242256" y="474611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9" name="Google Shape;349;p26"/>
          <p:cNvSpPr/>
          <p:nvPr/>
        </p:nvSpPr>
        <p:spPr>
          <a:xfrm>
            <a:off x="3199535" y="192105"/>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50" name="Google Shape;350;p26"/>
          <p:cNvGrpSpPr/>
          <p:nvPr/>
        </p:nvGrpSpPr>
        <p:grpSpPr>
          <a:xfrm>
            <a:off x="8430783" y="1741366"/>
            <a:ext cx="901968" cy="901968"/>
            <a:chOff x="1350404" y="-3124999"/>
            <a:chExt cx="1570279" cy="1570279"/>
          </a:xfrm>
        </p:grpSpPr>
        <p:sp>
          <p:nvSpPr>
            <p:cNvPr id="351" name="Google Shape;351;p26"/>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2" name="Google Shape;352;p26"/>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3" name="Google Shape;353;p26"/>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4" name="Google Shape;354;p26"/>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55" name="Google Shape;355;p26"/>
          <p:cNvSpPr/>
          <p:nvPr/>
        </p:nvSpPr>
        <p:spPr>
          <a:xfrm>
            <a:off x="4407973" y="-1942300"/>
            <a:ext cx="2489827" cy="2489827"/>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6" name="Google Shape;356;p26"/>
          <p:cNvSpPr/>
          <p:nvPr/>
        </p:nvSpPr>
        <p:spPr>
          <a:xfrm>
            <a:off x="8146410" y="4754905"/>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57"/>
        <p:cNvGrpSpPr/>
        <p:nvPr/>
      </p:nvGrpSpPr>
      <p:grpSpPr>
        <a:xfrm>
          <a:off x="0" y="0"/>
          <a:ext cx="0" cy="0"/>
          <a:chOff x="0" y="0"/>
          <a:chExt cx="0" cy="0"/>
        </a:xfrm>
      </p:grpSpPr>
      <p:sp>
        <p:nvSpPr>
          <p:cNvPr id="358" name="Google Shape;358;p27"/>
          <p:cNvSpPr/>
          <p:nvPr/>
        </p:nvSpPr>
        <p:spPr>
          <a:xfrm>
            <a:off x="7128375" y="0"/>
            <a:ext cx="2517166" cy="1088852"/>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59" name="Google Shape;359;p27"/>
          <p:cNvGrpSpPr/>
          <p:nvPr/>
        </p:nvGrpSpPr>
        <p:grpSpPr>
          <a:xfrm>
            <a:off x="7650716" y="539506"/>
            <a:ext cx="1022136" cy="829949"/>
            <a:chOff x="7329141" y="362469"/>
            <a:chExt cx="1022136" cy="829949"/>
          </a:xfrm>
        </p:grpSpPr>
        <p:sp>
          <p:nvSpPr>
            <p:cNvPr id="360" name="Google Shape;360;p27"/>
            <p:cNvSpPr/>
            <p:nvPr/>
          </p:nvSpPr>
          <p:spPr>
            <a:xfrm>
              <a:off x="7329141" y="362469"/>
              <a:ext cx="1022136" cy="829949"/>
            </a:xfrm>
            <a:custGeom>
              <a:avLst/>
              <a:gdLst/>
              <a:ahLst/>
              <a:cxnLst/>
              <a:rect l="l" t="t" r="r" b="b"/>
              <a:pathLst>
                <a:path w="1901648" h="1544092" extrusionOk="0">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1" name="Google Shape;361;p27"/>
            <p:cNvSpPr/>
            <p:nvPr/>
          </p:nvSpPr>
          <p:spPr>
            <a:xfrm>
              <a:off x="7479397" y="507863"/>
              <a:ext cx="275724" cy="489918"/>
            </a:xfrm>
            <a:custGeom>
              <a:avLst/>
              <a:gdLst/>
              <a:ahLst/>
              <a:cxnLst/>
              <a:rect l="l" t="t" r="r" b="b"/>
              <a:pathLst>
                <a:path w="512975" h="911475" extrusionOk="0">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62" name="Google Shape;362;p27"/>
            <p:cNvGrpSpPr/>
            <p:nvPr/>
          </p:nvGrpSpPr>
          <p:grpSpPr>
            <a:xfrm>
              <a:off x="7581570" y="507863"/>
              <a:ext cx="449624" cy="551756"/>
              <a:chOff x="6727477" y="1096947"/>
              <a:chExt cx="836044" cy="1025951"/>
            </a:xfrm>
          </p:grpSpPr>
          <p:sp>
            <p:nvSpPr>
              <p:cNvPr id="363" name="Google Shape;363;p27"/>
              <p:cNvSpPr/>
              <p:nvPr/>
            </p:nvSpPr>
            <p:spPr>
              <a:xfrm>
                <a:off x="7050546" y="1096947"/>
                <a:ext cx="512975" cy="1014176"/>
              </a:xfrm>
              <a:custGeom>
                <a:avLst/>
                <a:gdLst/>
                <a:ahLst/>
                <a:cxnLst/>
                <a:rect l="l" t="t" r="r" b="b"/>
                <a:pathLst>
                  <a:path w="512975" h="1014176" extrusionOk="0">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4" name="Google Shape;364;p27"/>
              <p:cNvSpPr/>
              <p:nvPr/>
            </p:nvSpPr>
            <p:spPr>
              <a:xfrm>
                <a:off x="6727477" y="1609923"/>
                <a:ext cx="432531" cy="512975"/>
              </a:xfrm>
              <a:custGeom>
                <a:avLst/>
                <a:gdLst/>
                <a:ahLst/>
                <a:cxnLst/>
                <a:rect l="l" t="t" r="r" b="b"/>
                <a:pathLst>
                  <a:path w="432531" h="512975" extrusionOk="0">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65" name="Google Shape;365;p27"/>
            <p:cNvSpPr/>
            <p:nvPr/>
          </p:nvSpPr>
          <p:spPr>
            <a:xfrm>
              <a:off x="7755275" y="507863"/>
              <a:ext cx="222278" cy="438881"/>
            </a:xfrm>
            <a:custGeom>
              <a:avLst/>
              <a:gdLst/>
              <a:ahLst/>
              <a:cxnLst/>
              <a:rect l="l" t="t" r="r" b="b"/>
              <a:pathLst>
                <a:path w="413540" h="816522" extrusionOk="0">
                  <a:moveTo>
                    <a:pt x="0" y="0"/>
                  </a:moveTo>
                  <a:lnTo>
                    <a:pt x="0" y="512976"/>
                  </a:lnTo>
                  <a:lnTo>
                    <a:pt x="413541" y="81652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6" name="Google Shape;366;p27"/>
            <p:cNvSpPr/>
            <p:nvPr/>
          </p:nvSpPr>
          <p:spPr>
            <a:xfrm>
              <a:off x="7918481" y="577354"/>
              <a:ext cx="207620" cy="40707"/>
            </a:xfrm>
            <a:custGeom>
              <a:avLst/>
              <a:gdLst/>
              <a:ahLst/>
              <a:cxnLst/>
              <a:rect l="l" t="t" r="r" b="b"/>
              <a:pathLst>
                <a:path w="386269" h="75734" extrusionOk="0">
                  <a:moveTo>
                    <a:pt x="0" y="0"/>
                  </a:moveTo>
                  <a:lnTo>
                    <a:pt x="386270" y="0"/>
                  </a:lnTo>
                  <a:lnTo>
                    <a:pt x="386270" y="75735"/>
                  </a:lnTo>
                  <a:lnTo>
                    <a:pt x="0" y="7573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7" name="Google Shape;367;p27"/>
            <p:cNvSpPr/>
            <p:nvPr/>
          </p:nvSpPr>
          <p:spPr>
            <a:xfrm>
              <a:off x="7986379" y="855683"/>
              <a:ext cx="207620" cy="40707"/>
            </a:xfrm>
            <a:custGeom>
              <a:avLst/>
              <a:gdLst/>
              <a:ahLst/>
              <a:cxnLst/>
              <a:rect l="l" t="t" r="r" b="b"/>
              <a:pathLst>
                <a:path w="386269" h="75734" extrusionOk="0">
                  <a:moveTo>
                    <a:pt x="0" y="0"/>
                  </a:moveTo>
                  <a:lnTo>
                    <a:pt x="386270" y="0"/>
                  </a:lnTo>
                  <a:lnTo>
                    <a:pt x="386270" y="75735"/>
                  </a:lnTo>
                  <a:lnTo>
                    <a:pt x="0" y="7573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8" name="Google Shape;368;p27"/>
            <p:cNvSpPr/>
            <p:nvPr/>
          </p:nvSpPr>
          <p:spPr>
            <a:xfrm>
              <a:off x="8078706" y="664248"/>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9" name="Google Shape;369;p27"/>
            <p:cNvSpPr/>
            <p:nvPr/>
          </p:nvSpPr>
          <p:spPr>
            <a:xfrm>
              <a:off x="8078706" y="691415"/>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0" name="Google Shape;370;p27"/>
            <p:cNvSpPr/>
            <p:nvPr/>
          </p:nvSpPr>
          <p:spPr>
            <a:xfrm>
              <a:off x="8078706" y="718541"/>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 name="Google Shape;371;p27"/>
            <p:cNvSpPr/>
            <p:nvPr/>
          </p:nvSpPr>
          <p:spPr>
            <a:xfrm>
              <a:off x="8078706" y="946989"/>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 name="Google Shape;372;p27"/>
            <p:cNvSpPr/>
            <p:nvPr/>
          </p:nvSpPr>
          <p:spPr>
            <a:xfrm>
              <a:off x="8078706" y="974156"/>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 name="Google Shape;373;p27"/>
            <p:cNvSpPr/>
            <p:nvPr/>
          </p:nvSpPr>
          <p:spPr>
            <a:xfrm>
              <a:off x="8078706" y="1001323"/>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74" name="Google Shape;374;p27"/>
          <p:cNvSpPr/>
          <p:nvPr/>
        </p:nvSpPr>
        <p:spPr>
          <a:xfrm>
            <a:off x="6005759" y="4604009"/>
            <a:ext cx="2087690" cy="2087690"/>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 name="Google Shape;375;p27"/>
          <p:cNvSpPr/>
          <p:nvPr/>
        </p:nvSpPr>
        <p:spPr>
          <a:xfrm rot="-2700000">
            <a:off x="547497" y="240572"/>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 name="Google Shape;376;p27"/>
          <p:cNvSpPr/>
          <p:nvPr/>
        </p:nvSpPr>
        <p:spPr>
          <a:xfrm rot="-2700000">
            <a:off x="3740631" y="4706475"/>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BD0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 name="Google Shape;377;p27"/>
          <p:cNvSpPr/>
          <p:nvPr/>
        </p:nvSpPr>
        <p:spPr>
          <a:xfrm rot="-2700000">
            <a:off x="4869215" y="240579"/>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 name="Google Shape;378;p27"/>
          <p:cNvSpPr/>
          <p:nvPr/>
        </p:nvSpPr>
        <p:spPr>
          <a:xfrm rot="-2700000">
            <a:off x="249023" y="419300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 name="Google Shape;379;p27"/>
          <p:cNvSpPr/>
          <p:nvPr/>
        </p:nvSpPr>
        <p:spPr>
          <a:xfrm rot="-2700000">
            <a:off x="8701281" y="2057586"/>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0" name="Google Shape;380;p27"/>
          <p:cNvSpPr/>
          <p:nvPr/>
        </p:nvSpPr>
        <p:spPr>
          <a:xfrm>
            <a:off x="8370935" y="4715280"/>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 name="Google Shape;381;p27"/>
          <p:cNvSpPr/>
          <p:nvPr/>
        </p:nvSpPr>
        <p:spPr>
          <a:xfrm>
            <a:off x="-141118" y="4603993"/>
            <a:ext cx="2306972" cy="2306972"/>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27"/>
          <p:cNvSpPr/>
          <p:nvPr/>
        </p:nvSpPr>
        <p:spPr>
          <a:xfrm>
            <a:off x="-1383791" y="1516059"/>
            <a:ext cx="2087690" cy="2087690"/>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 name="Google Shape;383;p27"/>
          <p:cNvSpPr/>
          <p:nvPr/>
        </p:nvSpPr>
        <p:spPr>
          <a:xfrm>
            <a:off x="1442285" y="183230"/>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assion One"/>
              <a:buNone/>
              <a:defRPr sz="3000">
                <a:solidFill>
                  <a:schemeClr val="dk1"/>
                </a:solidFill>
                <a:latin typeface="Passion One"/>
                <a:ea typeface="Passion One"/>
                <a:cs typeface="Passion One"/>
                <a:sym typeface="Passion One"/>
              </a:defRPr>
            </a:lvl1pPr>
            <a:lvl2pPr lvl="1"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2pPr>
            <a:lvl3pPr lvl="2"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3pPr>
            <a:lvl4pPr lvl="3"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4pPr>
            <a:lvl5pPr lvl="4"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5pPr>
            <a:lvl6pPr lvl="5"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6pPr>
            <a:lvl7pPr lvl="6"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7pPr>
            <a:lvl8pPr lvl="7"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8pPr>
            <a:lvl9pPr lvl="8"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1pPr>
            <a:lvl2pPr marL="914400" lvl="1"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marL="1371600" lvl="2"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marL="1828800" lvl="3"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marL="2286000" lvl="4"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marL="2743200" lvl="5"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marL="3200400" lvl="6"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marL="3657600" lvl="7"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marL="4114800" lvl="8"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64" r:id="rId4"/>
    <p:sldLayoutId id="2147483665" r:id="rId5"/>
    <p:sldLayoutId id="2147483672" r:id="rId6"/>
    <p:sldLayoutId id="2147483673"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1"/>
          <p:cNvSpPr txBox="1">
            <a:spLocks noGrp="1"/>
          </p:cNvSpPr>
          <p:nvPr>
            <p:ph type="ctrTitle"/>
          </p:nvPr>
        </p:nvSpPr>
        <p:spPr>
          <a:xfrm>
            <a:off x="1159453" y="1577788"/>
            <a:ext cx="7010940" cy="1743900"/>
          </a:xfrm>
          <a:prstGeom prst="rect">
            <a:avLst/>
          </a:prstGeom>
        </p:spPr>
        <p:txBody>
          <a:bodyPr spcFirstLastPara="1" wrap="square" lIns="91425" tIns="91425" rIns="91425" bIns="91425" anchor="ctr" anchorCtr="0">
            <a:noAutofit/>
          </a:bodyPr>
          <a:lstStyle/>
          <a:p>
            <a:pPr lvl="0"/>
            <a:r>
              <a:rPr lang="en-US" dirty="0"/>
              <a:t>Global Tech-Gadget Sales</a:t>
            </a:r>
            <a:endParaRPr dirty="0"/>
          </a:p>
        </p:txBody>
      </p:sp>
      <p:sp>
        <p:nvSpPr>
          <p:cNvPr id="395" name="Google Shape;395;p31"/>
          <p:cNvSpPr txBox="1">
            <a:spLocks noGrp="1"/>
          </p:cNvSpPr>
          <p:nvPr>
            <p:ph type="subTitle" idx="1"/>
          </p:nvPr>
        </p:nvSpPr>
        <p:spPr>
          <a:xfrm>
            <a:off x="2430150" y="3547500"/>
            <a:ext cx="4283700" cy="45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smtClean="0"/>
              <a:t>Information Presentation and Visualization</a:t>
            </a:r>
            <a:endParaRPr dirty="0"/>
          </a:p>
        </p:txBody>
      </p:sp>
      <p:grpSp>
        <p:nvGrpSpPr>
          <p:cNvPr id="396" name="Google Shape;396;p31"/>
          <p:cNvGrpSpPr/>
          <p:nvPr/>
        </p:nvGrpSpPr>
        <p:grpSpPr>
          <a:xfrm>
            <a:off x="8118467" y="4032000"/>
            <a:ext cx="1098804" cy="732535"/>
            <a:chOff x="8118467" y="4032000"/>
            <a:chExt cx="1098804" cy="732535"/>
          </a:xfrm>
        </p:grpSpPr>
        <p:sp>
          <p:nvSpPr>
            <p:cNvPr id="397" name="Google Shape;397;p31"/>
            <p:cNvSpPr/>
            <p:nvPr/>
          </p:nvSpPr>
          <p:spPr>
            <a:xfrm>
              <a:off x="8118467" y="4032000"/>
              <a:ext cx="183134" cy="183133"/>
            </a:xfrm>
            <a:custGeom>
              <a:avLst/>
              <a:gdLst/>
              <a:ahLst/>
              <a:cxnLst/>
              <a:rect l="l" t="t" r="r" b="b"/>
              <a:pathLst>
                <a:path w="254247" h="254246" extrusionOk="0">
                  <a:moveTo>
                    <a:pt x="254248" y="254247"/>
                  </a:moveTo>
                  <a:lnTo>
                    <a:pt x="0" y="254247"/>
                  </a:lnTo>
                  <a:lnTo>
                    <a:pt x="0" y="106044"/>
                  </a:lnTo>
                  <a:cubicBezTo>
                    <a:pt x="0" y="47477"/>
                    <a:pt x="47477" y="0"/>
                    <a:pt x="106044" y="0"/>
                  </a:cubicBezTo>
                  <a:lnTo>
                    <a:pt x="254248" y="0"/>
                  </a:lnTo>
                  <a:lnTo>
                    <a:pt x="254248"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8" name="Google Shape;398;p31"/>
            <p:cNvSpPr/>
            <p:nvPr/>
          </p:nvSpPr>
          <p:spPr>
            <a:xfrm>
              <a:off x="8118467" y="4215134"/>
              <a:ext cx="183133" cy="183133"/>
            </a:xfrm>
            <a:custGeom>
              <a:avLst/>
              <a:gdLst/>
              <a:ahLst/>
              <a:cxnLst/>
              <a:rect l="l" t="t" r="r" b="b"/>
              <a:pathLst>
                <a:path w="254246" h="254246" extrusionOk="0">
                  <a:moveTo>
                    <a:pt x="0" y="0"/>
                  </a:moveTo>
                  <a:lnTo>
                    <a:pt x="254246" y="0"/>
                  </a:lnTo>
                  <a:lnTo>
                    <a:pt x="254246"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9" name="Google Shape;399;p31"/>
            <p:cNvSpPr/>
            <p:nvPr/>
          </p:nvSpPr>
          <p:spPr>
            <a:xfrm>
              <a:off x="8118467" y="4398268"/>
              <a:ext cx="183133" cy="183133"/>
            </a:xfrm>
            <a:custGeom>
              <a:avLst/>
              <a:gdLst/>
              <a:ahLst/>
              <a:cxnLst/>
              <a:rect l="l" t="t" r="r" b="b"/>
              <a:pathLst>
                <a:path w="254246" h="254246" extrusionOk="0">
                  <a:moveTo>
                    <a:pt x="0" y="0"/>
                  </a:moveTo>
                  <a:lnTo>
                    <a:pt x="254246" y="0"/>
                  </a:lnTo>
                  <a:lnTo>
                    <a:pt x="254246"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0" name="Google Shape;400;p31"/>
            <p:cNvSpPr/>
            <p:nvPr/>
          </p:nvSpPr>
          <p:spPr>
            <a:xfrm>
              <a:off x="8118467" y="4581402"/>
              <a:ext cx="183134" cy="183079"/>
            </a:xfrm>
            <a:custGeom>
              <a:avLst/>
              <a:gdLst/>
              <a:ahLst/>
              <a:cxnLst/>
              <a:rect l="l" t="t" r="r" b="b"/>
              <a:pathLst>
                <a:path w="254247" h="254170" extrusionOk="0">
                  <a:moveTo>
                    <a:pt x="254248" y="254171"/>
                  </a:moveTo>
                  <a:lnTo>
                    <a:pt x="106044" y="254171"/>
                  </a:lnTo>
                  <a:cubicBezTo>
                    <a:pt x="47477" y="254171"/>
                    <a:pt x="0" y="206694"/>
                    <a:pt x="0" y="148127"/>
                  </a:cubicBezTo>
                  <a:lnTo>
                    <a:pt x="0" y="0"/>
                  </a:lnTo>
                  <a:lnTo>
                    <a:pt x="254248" y="0"/>
                  </a:lnTo>
                  <a:lnTo>
                    <a:pt x="254248" y="254171"/>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1" name="Google Shape;401;p31"/>
            <p:cNvSpPr/>
            <p:nvPr/>
          </p:nvSpPr>
          <p:spPr>
            <a:xfrm>
              <a:off x="8301601" y="4032000"/>
              <a:ext cx="183133" cy="183133"/>
            </a:xfrm>
            <a:custGeom>
              <a:avLst/>
              <a:gdLst/>
              <a:ahLst/>
              <a:cxnLst/>
              <a:rect l="l" t="t" r="r" b="b"/>
              <a:pathLst>
                <a:path w="254246" h="254246" extrusionOk="0">
                  <a:moveTo>
                    <a:pt x="0" y="0"/>
                  </a:moveTo>
                  <a:lnTo>
                    <a:pt x="254247" y="0"/>
                  </a:lnTo>
                  <a:lnTo>
                    <a:pt x="254247"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2" name="Google Shape;402;p31"/>
            <p:cNvSpPr/>
            <p:nvPr/>
          </p:nvSpPr>
          <p:spPr>
            <a:xfrm>
              <a:off x="8301601" y="4215134"/>
              <a:ext cx="183133" cy="183133"/>
            </a:xfrm>
            <a:custGeom>
              <a:avLst/>
              <a:gdLst/>
              <a:ahLst/>
              <a:cxnLst/>
              <a:rect l="l" t="t" r="r" b="b"/>
              <a:pathLst>
                <a:path w="254246" h="254246" extrusionOk="0">
                  <a:moveTo>
                    <a:pt x="0" y="0"/>
                  </a:moveTo>
                  <a:lnTo>
                    <a:pt x="254247" y="0"/>
                  </a:lnTo>
                  <a:lnTo>
                    <a:pt x="254247"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3" name="Google Shape;403;p31"/>
            <p:cNvSpPr/>
            <p:nvPr/>
          </p:nvSpPr>
          <p:spPr>
            <a:xfrm>
              <a:off x="8301601" y="4398268"/>
              <a:ext cx="183133" cy="183133"/>
            </a:xfrm>
            <a:custGeom>
              <a:avLst/>
              <a:gdLst/>
              <a:ahLst/>
              <a:cxnLst/>
              <a:rect l="l" t="t" r="r" b="b"/>
              <a:pathLst>
                <a:path w="254246" h="254246" extrusionOk="0">
                  <a:moveTo>
                    <a:pt x="0" y="0"/>
                  </a:moveTo>
                  <a:lnTo>
                    <a:pt x="254247" y="0"/>
                  </a:lnTo>
                  <a:lnTo>
                    <a:pt x="254247"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4" name="Google Shape;404;p31"/>
            <p:cNvSpPr/>
            <p:nvPr/>
          </p:nvSpPr>
          <p:spPr>
            <a:xfrm>
              <a:off x="8301601" y="4581402"/>
              <a:ext cx="183133" cy="183133"/>
            </a:xfrm>
            <a:custGeom>
              <a:avLst/>
              <a:gdLst/>
              <a:ahLst/>
              <a:cxnLst/>
              <a:rect l="l" t="t" r="r" b="b"/>
              <a:pathLst>
                <a:path w="254246" h="254246" extrusionOk="0">
                  <a:moveTo>
                    <a:pt x="0" y="0"/>
                  </a:moveTo>
                  <a:lnTo>
                    <a:pt x="254247" y="0"/>
                  </a:lnTo>
                  <a:lnTo>
                    <a:pt x="254247"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5" name="Google Shape;405;p31"/>
            <p:cNvSpPr/>
            <p:nvPr/>
          </p:nvSpPr>
          <p:spPr>
            <a:xfrm>
              <a:off x="8484735" y="4032000"/>
              <a:ext cx="183133" cy="183133"/>
            </a:xfrm>
            <a:custGeom>
              <a:avLst/>
              <a:gdLst/>
              <a:ahLst/>
              <a:cxnLst/>
              <a:rect l="l" t="t" r="r" b="b"/>
              <a:pathLst>
                <a:path w="254246" h="254246" extrusionOk="0">
                  <a:moveTo>
                    <a:pt x="0" y="0"/>
                  </a:moveTo>
                  <a:lnTo>
                    <a:pt x="254247" y="0"/>
                  </a:lnTo>
                  <a:lnTo>
                    <a:pt x="254247"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6" name="Google Shape;406;p31"/>
            <p:cNvSpPr/>
            <p:nvPr/>
          </p:nvSpPr>
          <p:spPr>
            <a:xfrm>
              <a:off x="8484735" y="4215134"/>
              <a:ext cx="183133" cy="183133"/>
            </a:xfrm>
            <a:custGeom>
              <a:avLst/>
              <a:gdLst/>
              <a:ahLst/>
              <a:cxnLst/>
              <a:rect l="l" t="t" r="r" b="b"/>
              <a:pathLst>
                <a:path w="254246" h="254246" extrusionOk="0">
                  <a:moveTo>
                    <a:pt x="0" y="0"/>
                  </a:moveTo>
                  <a:lnTo>
                    <a:pt x="254247" y="0"/>
                  </a:lnTo>
                  <a:lnTo>
                    <a:pt x="254247"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7" name="Google Shape;407;p31"/>
            <p:cNvSpPr/>
            <p:nvPr/>
          </p:nvSpPr>
          <p:spPr>
            <a:xfrm>
              <a:off x="8484735" y="4398268"/>
              <a:ext cx="183133" cy="183133"/>
            </a:xfrm>
            <a:custGeom>
              <a:avLst/>
              <a:gdLst/>
              <a:ahLst/>
              <a:cxnLst/>
              <a:rect l="l" t="t" r="r" b="b"/>
              <a:pathLst>
                <a:path w="254246" h="254246" extrusionOk="0">
                  <a:moveTo>
                    <a:pt x="0" y="0"/>
                  </a:moveTo>
                  <a:lnTo>
                    <a:pt x="254247" y="0"/>
                  </a:lnTo>
                  <a:lnTo>
                    <a:pt x="254247"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 name="Google Shape;408;p31"/>
            <p:cNvSpPr/>
            <p:nvPr/>
          </p:nvSpPr>
          <p:spPr>
            <a:xfrm>
              <a:off x="8484735" y="4581402"/>
              <a:ext cx="183133" cy="183133"/>
            </a:xfrm>
            <a:custGeom>
              <a:avLst/>
              <a:gdLst/>
              <a:ahLst/>
              <a:cxnLst/>
              <a:rect l="l" t="t" r="r" b="b"/>
              <a:pathLst>
                <a:path w="254246" h="254246" extrusionOk="0">
                  <a:moveTo>
                    <a:pt x="0" y="0"/>
                  </a:moveTo>
                  <a:lnTo>
                    <a:pt x="254247" y="0"/>
                  </a:lnTo>
                  <a:lnTo>
                    <a:pt x="254247"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 name="Google Shape;409;p31"/>
            <p:cNvSpPr/>
            <p:nvPr/>
          </p:nvSpPr>
          <p:spPr>
            <a:xfrm>
              <a:off x="8667869" y="4032000"/>
              <a:ext cx="183133" cy="183133"/>
            </a:xfrm>
            <a:custGeom>
              <a:avLst/>
              <a:gdLst/>
              <a:ahLst/>
              <a:cxnLst/>
              <a:rect l="l" t="t" r="r" b="b"/>
              <a:pathLst>
                <a:path w="254246" h="254246" extrusionOk="0">
                  <a:moveTo>
                    <a:pt x="0" y="0"/>
                  </a:moveTo>
                  <a:lnTo>
                    <a:pt x="254246" y="0"/>
                  </a:lnTo>
                  <a:lnTo>
                    <a:pt x="254246"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0" name="Google Shape;410;p31"/>
            <p:cNvSpPr/>
            <p:nvPr/>
          </p:nvSpPr>
          <p:spPr>
            <a:xfrm>
              <a:off x="8667869" y="4215134"/>
              <a:ext cx="183133" cy="183133"/>
            </a:xfrm>
            <a:custGeom>
              <a:avLst/>
              <a:gdLst/>
              <a:ahLst/>
              <a:cxnLst/>
              <a:rect l="l" t="t" r="r" b="b"/>
              <a:pathLst>
                <a:path w="254246" h="254246" extrusionOk="0">
                  <a:moveTo>
                    <a:pt x="0" y="0"/>
                  </a:moveTo>
                  <a:lnTo>
                    <a:pt x="254246" y="0"/>
                  </a:lnTo>
                  <a:lnTo>
                    <a:pt x="254246"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 name="Google Shape;411;p31"/>
            <p:cNvSpPr/>
            <p:nvPr/>
          </p:nvSpPr>
          <p:spPr>
            <a:xfrm>
              <a:off x="8667869" y="4398268"/>
              <a:ext cx="183133" cy="183133"/>
            </a:xfrm>
            <a:custGeom>
              <a:avLst/>
              <a:gdLst/>
              <a:ahLst/>
              <a:cxnLst/>
              <a:rect l="l" t="t" r="r" b="b"/>
              <a:pathLst>
                <a:path w="254246" h="254246" extrusionOk="0">
                  <a:moveTo>
                    <a:pt x="0" y="0"/>
                  </a:moveTo>
                  <a:lnTo>
                    <a:pt x="254246" y="0"/>
                  </a:lnTo>
                  <a:lnTo>
                    <a:pt x="254246"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 name="Google Shape;412;p31"/>
            <p:cNvSpPr/>
            <p:nvPr/>
          </p:nvSpPr>
          <p:spPr>
            <a:xfrm>
              <a:off x="8667869" y="4581402"/>
              <a:ext cx="183133" cy="183133"/>
            </a:xfrm>
            <a:custGeom>
              <a:avLst/>
              <a:gdLst/>
              <a:ahLst/>
              <a:cxnLst/>
              <a:rect l="l" t="t" r="r" b="b"/>
              <a:pathLst>
                <a:path w="254246" h="254246" extrusionOk="0">
                  <a:moveTo>
                    <a:pt x="0" y="0"/>
                  </a:moveTo>
                  <a:lnTo>
                    <a:pt x="254246" y="0"/>
                  </a:lnTo>
                  <a:lnTo>
                    <a:pt x="254246"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 name="Google Shape;413;p31"/>
            <p:cNvSpPr/>
            <p:nvPr/>
          </p:nvSpPr>
          <p:spPr>
            <a:xfrm>
              <a:off x="8851003" y="4032000"/>
              <a:ext cx="183133" cy="183133"/>
            </a:xfrm>
            <a:custGeom>
              <a:avLst/>
              <a:gdLst/>
              <a:ahLst/>
              <a:cxnLst/>
              <a:rect l="l" t="t" r="r" b="b"/>
              <a:pathLst>
                <a:path w="254246" h="254246" extrusionOk="0">
                  <a:moveTo>
                    <a:pt x="0" y="0"/>
                  </a:moveTo>
                  <a:lnTo>
                    <a:pt x="254246" y="0"/>
                  </a:lnTo>
                  <a:lnTo>
                    <a:pt x="254246"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 name="Google Shape;414;p31"/>
            <p:cNvSpPr/>
            <p:nvPr/>
          </p:nvSpPr>
          <p:spPr>
            <a:xfrm>
              <a:off x="8851003" y="4215134"/>
              <a:ext cx="183133" cy="183133"/>
            </a:xfrm>
            <a:custGeom>
              <a:avLst/>
              <a:gdLst/>
              <a:ahLst/>
              <a:cxnLst/>
              <a:rect l="l" t="t" r="r" b="b"/>
              <a:pathLst>
                <a:path w="254246" h="254246" extrusionOk="0">
                  <a:moveTo>
                    <a:pt x="0" y="0"/>
                  </a:moveTo>
                  <a:lnTo>
                    <a:pt x="254246" y="0"/>
                  </a:lnTo>
                  <a:lnTo>
                    <a:pt x="254246"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31"/>
            <p:cNvSpPr/>
            <p:nvPr/>
          </p:nvSpPr>
          <p:spPr>
            <a:xfrm>
              <a:off x="8851003" y="4398268"/>
              <a:ext cx="183133" cy="183133"/>
            </a:xfrm>
            <a:custGeom>
              <a:avLst/>
              <a:gdLst/>
              <a:ahLst/>
              <a:cxnLst/>
              <a:rect l="l" t="t" r="r" b="b"/>
              <a:pathLst>
                <a:path w="254246" h="254246" extrusionOk="0">
                  <a:moveTo>
                    <a:pt x="0" y="0"/>
                  </a:moveTo>
                  <a:lnTo>
                    <a:pt x="254246" y="0"/>
                  </a:lnTo>
                  <a:lnTo>
                    <a:pt x="254246"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31"/>
            <p:cNvSpPr/>
            <p:nvPr/>
          </p:nvSpPr>
          <p:spPr>
            <a:xfrm>
              <a:off x="8851003" y="4581402"/>
              <a:ext cx="183133" cy="183133"/>
            </a:xfrm>
            <a:custGeom>
              <a:avLst/>
              <a:gdLst/>
              <a:ahLst/>
              <a:cxnLst/>
              <a:rect l="l" t="t" r="r" b="b"/>
              <a:pathLst>
                <a:path w="254246" h="254246" extrusionOk="0">
                  <a:moveTo>
                    <a:pt x="0" y="0"/>
                  </a:moveTo>
                  <a:lnTo>
                    <a:pt x="254246" y="0"/>
                  </a:lnTo>
                  <a:lnTo>
                    <a:pt x="254246"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31"/>
            <p:cNvSpPr/>
            <p:nvPr/>
          </p:nvSpPr>
          <p:spPr>
            <a:xfrm>
              <a:off x="9034137" y="4032000"/>
              <a:ext cx="183133" cy="183133"/>
            </a:xfrm>
            <a:custGeom>
              <a:avLst/>
              <a:gdLst/>
              <a:ahLst/>
              <a:cxnLst/>
              <a:rect l="l" t="t" r="r" b="b"/>
              <a:pathLst>
                <a:path w="254246" h="254246" extrusionOk="0">
                  <a:moveTo>
                    <a:pt x="254247" y="254247"/>
                  </a:moveTo>
                  <a:lnTo>
                    <a:pt x="0" y="254247"/>
                  </a:lnTo>
                  <a:lnTo>
                    <a:pt x="0" y="0"/>
                  </a:lnTo>
                  <a:lnTo>
                    <a:pt x="148203" y="0"/>
                  </a:lnTo>
                  <a:cubicBezTo>
                    <a:pt x="206770" y="0"/>
                    <a:pt x="254247" y="47477"/>
                    <a:pt x="254247" y="106044"/>
                  </a:cubicBezTo>
                  <a:lnTo>
                    <a:pt x="254247"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 name="Google Shape;418;p31"/>
            <p:cNvSpPr/>
            <p:nvPr/>
          </p:nvSpPr>
          <p:spPr>
            <a:xfrm>
              <a:off x="9034137" y="4215134"/>
              <a:ext cx="183133" cy="183133"/>
            </a:xfrm>
            <a:custGeom>
              <a:avLst/>
              <a:gdLst/>
              <a:ahLst/>
              <a:cxnLst/>
              <a:rect l="l" t="t" r="r" b="b"/>
              <a:pathLst>
                <a:path w="254246" h="254246" extrusionOk="0">
                  <a:moveTo>
                    <a:pt x="0" y="0"/>
                  </a:moveTo>
                  <a:lnTo>
                    <a:pt x="254247" y="0"/>
                  </a:lnTo>
                  <a:lnTo>
                    <a:pt x="254247"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 name="Google Shape;419;p31"/>
            <p:cNvSpPr/>
            <p:nvPr/>
          </p:nvSpPr>
          <p:spPr>
            <a:xfrm>
              <a:off x="9034137" y="4398268"/>
              <a:ext cx="183133" cy="183133"/>
            </a:xfrm>
            <a:custGeom>
              <a:avLst/>
              <a:gdLst/>
              <a:ahLst/>
              <a:cxnLst/>
              <a:rect l="l" t="t" r="r" b="b"/>
              <a:pathLst>
                <a:path w="254246" h="254246" extrusionOk="0">
                  <a:moveTo>
                    <a:pt x="0" y="0"/>
                  </a:moveTo>
                  <a:lnTo>
                    <a:pt x="254247" y="0"/>
                  </a:lnTo>
                  <a:lnTo>
                    <a:pt x="254247" y="254247"/>
                  </a:lnTo>
                  <a:lnTo>
                    <a:pt x="0" y="254247"/>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31"/>
            <p:cNvSpPr/>
            <p:nvPr/>
          </p:nvSpPr>
          <p:spPr>
            <a:xfrm>
              <a:off x="9034082" y="4581402"/>
              <a:ext cx="183133" cy="183079"/>
            </a:xfrm>
            <a:custGeom>
              <a:avLst/>
              <a:gdLst/>
              <a:ahLst/>
              <a:cxnLst/>
              <a:rect l="l" t="t" r="r" b="b"/>
              <a:pathLst>
                <a:path w="254246" h="254170" extrusionOk="0">
                  <a:moveTo>
                    <a:pt x="148203" y="254171"/>
                  </a:moveTo>
                  <a:lnTo>
                    <a:pt x="0" y="254171"/>
                  </a:lnTo>
                  <a:lnTo>
                    <a:pt x="0" y="0"/>
                  </a:lnTo>
                  <a:lnTo>
                    <a:pt x="254247" y="0"/>
                  </a:lnTo>
                  <a:lnTo>
                    <a:pt x="254247" y="148203"/>
                  </a:lnTo>
                  <a:cubicBezTo>
                    <a:pt x="254323" y="206694"/>
                    <a:pt x="206770" y="254171"/>
                    <a:pt x="148203" y="254171"/>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 name="Google Shape;421;p31"/>
            <p:cNvSpPr/>
            <p:nvPr/>
          </p:nvSpPr>
          <p:spPr>
            <a:xfrm>
              <a:off x="8273696" y="4184110"/>
              <a:ext cx="55810" cy="55810"/>
            </a:xfrm>
            <a:custGeom>
              <a:avLst/>
              <a:gdLst/>
              <a:ahLst/>
              <a:cxnLst/>
              <a:rect l="l" t="t" r="r" b="b"/>
              <a:pathLst>
                <a:path w="77481" h="77481" extrusionOk="0">
                  <a:moveTo>
                    <a:pt x="77482" y="38741"/>
                  </a:moveTo>
                  <a:cubicBezTo>
                    <a:pt x="77482" y="60162"/>
                    <a:pt x="60162" y="77482"/>
                    <a:pt x="38741" y="77482"/>
                  </a:cubicBezTo>
                  <a:cubicBezTo>
                    <a:pt x="17319" y="77482"/>
                    <a:pt x="0" y="60162"/>
                    <a:pt x="0" y="38741"/>
                  </a:cubicBezTo>
                  <a:cubicBezTo>
                    <a:pt x="0" y="17319"/>
                    <a:pt x="17319" y="0"/>
                    <a:pt x="38741" y="0"/>
                  </a:cubicBezTo>
                  <a:cubicBezTo>
                    <a:pt x="60162" y="76"/>
                    <a:pt x="77482" y="17395"/>
                    <a:pt x="77482" y="3874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2" name="Google Shape;422;p31"/>
            <p:cNvSpPr/>
            <p:nvPr/>
          </p:nvSpPr>
          <p:spPr>
            <a:xfrm>
              <a:off x="8368300" y="4275103"/>
              <a:ext cx="55810" cy="55810"/>
            </a:xfrm>
            <a:custGeom>
              <a:avLst/>
              <a:gdLst/>
              <a:ahLst/>
              <a:cxnLst/>
              <a:rect l="l" t="t" r="r" b="b"/>
              <a:pathLst>
                <a:path w="77481" h="77481" extrusionOk="0">
                  <a:moveTo>
                    <a:pt x="77482" y="38741"/>
                  </a:moveTo>
                  <a:cubicBezTo>
                    <a:pt x="77482" y="60137"/>
                    <a:pt x="60138" y="77482"/>
                    <a:pt x="38741" y="77482"/>
                  </a:cubicBezTo>
                  <a:cubicBezTo>
                    <a:pt x="17345" y="77482"/>
                    <a:pt x="1" y="60137"/>
                    <a:pt x="1" y="38741"/>
                  </a:cubicBezTo>
                  <a:cubicBezTo>
                    <a:pt x="1" y="17345"/>
                    <a:pt x="17345" y="0"/>
                    <a:pt x="38741" y="0"/>
                  </a:cubicBezTo>
                  <a:cubicBezTo>
                    <a:pt x="60138" y="0"/>
                    <a:pt x="77482" y="17345"/>
                    <a:pt x="77482" y="3874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31"/>
            <p:cNvSpPr/>
            <p:nvPr/>
          </p:nvSpPr>
          <p:spPr>
            <a:xfrm>
              <a:off x="8588258" y="4076429"/>
              <a:ext cx="55810" cy="55810"/>
            </a:xfrm>
            <a:custGeom>
              <a:avLst/>
              <a:gdLst/>
              <a:ahLst/>
              <a:cxnLst/>
              <a:rect l="l" t="t" r="r" b="b"/>
              <a:pathLst>
                <a:path w="77481" h="77481" extrusionOk="0">
                  <a:moveTo>
                    <a:pt x="77482" y="38741"/>
                  </a:moveTo>
                  <a:cubicBezTo>
                    <a:pt x="77482" y="60162"/>
                    <a:pt x="60162" y="77482"/>
                    <a:pt x="38741" y="77482"/>
                  </a:cubicBezTo>
                  <a:cubicBezTo>
                    <a:pt x="17319" y="77482"/>
                    <a:pt x="0" y="60162"/>
                    <a:pt x="0" y="38741"/>
                  </a:cubicBezTo>
                  <a:cubicBezTo>
                    <a:pt x="0" y="17319"/>
                    <a:pt x="17319" y="0"/>
                    <a:pt x="38741" y="0"/>
                  </a:cubicBezTo>
                  <a:cubicBezTo>
                    <a:pt x="60162" y="0"/>
                    <a:pt x="77482" y="17395"/>
                    <a:pt x="77482" y="3874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4" name="Google Shape;424;p31"/>
            <p:cNvSpPr/>
            <p:nvPr/>
          </p:nvSpPr>
          <p:spPr>
            <a:xfrm>
              <a:off x="8456830" y="4433997"/>
              <a:ext cx="55810" cy="55810"/>
            </a:xfrm>
            <a:custGeom>
              <a:avLst/>
              <a:gdLst/>
              <a:ahLst/>
              <a:cxnLst/>
              <a:rect l="l" t="t" r="r" b="b"/>
              <a:pathLst>
                <a:path w="77481" h="77481" extrusionOk="0">
                  <a:moveTo>
                    <a:pt x="77482" y="38741"/>
                  </a:moveTo>
                  <a:cubicBezTo>
                    <a:pt x="77482" y="60162"/>
                    <a:pt x="60162" y="77482"/>
                    <a:pt x="38741" y="77482"/>
                  </a:cubicBezTo>
                  <a:cubicBezTo>
                    <a:pt x="17320" y="77482"/>
                    <a:pt x="0" y="60162"/>
                    <a:pt x="0" y="38741"/>
                  </a:cubicBezTo>
                  <a:cubicBezTo>
                    <a:pt x="0" y="17319"/>
                    <a:pt x="17320" y="0"/>
                    <a:pt x="38741" y="0"/>
                  </a:cubicBezTo>
                  <a:cubicBezTo>
                    <a:pt x="60086" y="0"/>
                    <a:pt x="77482" y="17395"/>
                    <a:pt x="77482" y="3874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5" name="Google Shape;425;p31"/>
            <p:cNvSpPr/>
            <p:nvPr/>
          </p:nvSpPr>
          <p:spPr>
            <a:xfrm>
              <a:off x="8726908" y="4658168"/>
              <a:ext cx="55810" cy="55810"/>
            </a:xfrm>
            <a:custGeom>
              <a:avLst/>
              <a:gdLst/>
              <a:ahLst/>
              <a:cxnLst/>
              <a:rect l="l" t="t" r="r" b="b"/>
              <a:pathLst>
                <a:path w="77481" h="77481" extrusionOk="0">
                  <a:moveTo>
                    <a:pt x="77482" y="38741"/>
                  </a:moveTo>
                  <a:cubicBezTo>
                    <a:pt x="77482" y="60137"/>
                    <a:pt x="60137" y="77482"/>
                    <a:pt x="38741" y="77482"/>
                  </a:cubicBezTo>
                  <a:cubicBezTo>
                    <a:pt x="17345" y="77482"/>
                    <a:pt x="0" y="60137"/>
                    <a:pt x="0" y="38741"/>
                  </a:cubicBezTo>
                  <a:cubicBezTo>
                    <a:pt x="0" y="17345"/>
                    <a:pt x="17345" y="0"/>
                    <a:pt x="38741" y="0"/>
                  </a:cubicBezTo>
                  <a:cubicBezTo>
                    <a:pt x="60137" y="0"/>
                    <a:pt x="77482" y="17345"/>
                    <a:pt x="77482" y="3874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6" name="Google Shape;426;p31"/>
            <p:cNvSpPr/>
            <p:nvPr/>
          </p:nvSpPr>
          <p:spPr>
            <a:xfrm>
              <a:off x="8518057" y="4370363"/>
              <a:ext cx="55810" cy="55810"/>
            </a:xfrm>
            <a:custGeom>
              <a:avLst/>
              <a:gdLst/>
              <a:ahLst/>
              <a:cxnLst/>
              <a:rect l="l" t="t" r="r" b="b"/>
              <a:pathLst>
                <a:path w="77481" h="77481" extrusionOk="0">
                  <a:moveTo>
                    <a:pt x="77482" y="38741"/>
                  </a:moveTo>
                  <a:cubicBezTo>
                    <a:pt x="77482" y="60137"/>
                    <a:pt x="60137" y="77482"/>
                    <a:pt x="38741" y="77482"/>
                  </a:cubicBezTo>
                  <a:cubicBezTo>
                    <a:pt x="17345" y="77482"/>
                    <a:pt x="1" y="60137"/>
                    <a:pt x="1" y="38741"/>
                  </a:cubicBezTo>
                  <a:cubicBezTo>
                    <a:pt x="1" y="17345"/>
                    <a:pt x="17345" y="0"/>
                    <a:pt x="38741" y="0"/>
                  </a:cubicBezTo>
                  <a:cubicBezTo>
                    <a:pt x="60137" y="0"/>
                    <a:pt x="77482" y="17345"/>
                    <a:pt x="77482" y="3874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7" name="Google Shape;427;p31"/>
            <p:cNvSpPr/>
            <p:nvPr/>
          </p:nvSpPr>
          <p:spPr>
            <a:xfrm>
              <a:off x="8170393" y="4076429"/>
              <a:ext cx="55810" cy="55810"/>
            </a:xfrm>
            <a:custGeom>
              <a:avLst/>
              <a:gdLst/>
              <a:ahLst/>
              <a:cxnLst/>
              <a:rect l="l" t="t" r="r" b="b"/>
              <a:pathLst>
                <a:path w="77481" h="77481" extrusionOk="0">
                  <a:moveTo>
                    <a:pt x="77482" y="38741"/>
                  </a:moveTo>
                  <a:cubicBezTo>
                    <a:pt x="77482" y="60162"/>
                    <a:pt x="60162" y="77482"/>
                    <a:pt x="38741" y="77482"/>
                  </a:cubicBezTo>
                  <a:cubicBezTo>
                    <a:pt x="17319" y="77482"/>
                    <a:pt x="0" y="60162"/>
                    <a:pt x="0" y="38741"/>
                  </a:cubicBezTo>
                  <a:cubicBezTo>
                    <a:pt x="0" y="17319"/>
                    <a:pt x="17319" y="0"/>
                    <a:pt x="38741" y="0"/>
                  </a:cubicBezTo>
                  <a:cubicBezTo>
                    <a:pt x="60086" y="0"/>
                    <a:pt x="77482" y="17395"/>
                    <a:pt x="77482" y="3874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8" name="Google Shape;428;p31"/>
            <p:cNvSpPr/>
            <p:nvPr/>
          </p:nvSpPr>
          <p:spPr>
            <a:xfrm>
              <a:off x="8456830" y="4293542"/>
              <a:ext cx="55810" cy="55810"/>
            </a:xfrm>
            <a:custGeom>
              <a:avLst/>
              <a:gdLst/>
              <a:ahLst/>
              <a:cxnLst/>
              <a:rect l="l" t="t" r="r" b="b"/>
              <a:pathLst>
                <a:path w="77481" h="77481" extrusionOk="0">
                  <a:moveTo>
                    <a:pt x="77482" y="38741"/>
                  </a:moveTo>
                  <a:cubicBezTo>
                    <a:pt x="77482" y="60162"/>
                    <a:pt x="60162" y="77482"/>
                    <a:pt x="38741" y="77482"/>
                  </a:cubicBezTo>
                  <a:cubicBezTo>
                    <a:pt x="17320" y="77482"/>
                    <a:pt x="0" y="60162"/>
                    <a:pt x="0" y="38741"/>
                  </a:cubicBezTo>
                  <a:cubicBezTo>
                    <a:pt x="0" y="17319"/>
                    <a:pt x="17320" y="0"/>
                    <a:pt x="38741" y="0"/>
                  </a:cubicBezTo>
                  <a:cubicBezTo>
                    <a:pt x="60086" y="0"/>
                    <a:pt x="77482" y="17319"/>
                    <a:pt x="77482" y="3874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31"/>
            <p:cNvSpPr/>
            <p:nvPr/>
          </p:nvSpPr>
          <p:spPr>
            <a:xfrm>
              <a:off x="8368300" y="4378844"/>
              <a:ext cx="55810" cy="55810"/>
            </a:xfrm>
            <a:custGeom>
              <a:avLst/>
              <a:gdLst/>
              <a:ahLst/>
              <a:cxnLst/>
              <a:rect l="l" t="t" r="r" b="b"/>
              <a:pathLst>
                <a:path w="77481" h="77481" extrusionOk="0">
                  <a:moveTo>
                    <a:pt x="77482" y="38741"/>
                  </a:moveTo>
                  <a:cubicBezTo>
                    <a:pt x="77482" y="60137"/>
                    <a:pt x="60138" y="77482"/>
                    <a:pt x="38741" y="77482"/>
                  </a:cubicBezTo>
                  <a:cubicBezTo>
                    <a:pt x="17345" y="77482"/>
                    <a:pt x="1" y="60137"/>
                    <a:pt x="1" y="38741"/>
                  </a:cubicBezTo>
                  <a:cubicBezTo>
                    <a:pt x="1" y="17345"/>
                    <a:pt x="17345" y="0"/>
                    <a:pt x="38741" y="0"/>
                  </a:cubicBezTo>
                  <a:cubicBezTo>
                    <a:pt x="60138" y="0"/>
                    <a:pt x="77482" y="17345"/>
                    <a:pt x="77482" y="3874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0" name="Google Shape;430;p31"/>
            <p:cNvSpPr/>
            <p:nvPr/>
          </p:nvSpPr>
          <p:spPr>
            <a:xfrm>
              <a:off x="8202566" y="4461903"/>
              <a:ext cx="55810" cy="55810"/>
            </a:xfrm>
            <a:custGeom>
              <a:avLst/>
              <a:gdLst/>
              <a:ahLst/>
              <a:cxnLst/>
              <a:rect l="l" t="t" r="r" b="b"/>
              <a:pathLst>
                <a:path w="77481" h="77481" extrusionOk="0">
                  <a:moveTo>
                    <a:pt x="77482" y="38741"/>
                  </a:moveTo>
                  <a:cubicBezTo>
                    <a:pt x="77482" y="60162"/>
                    <a:pt x="60162" y="77482"/>
                    <a:pt x="38741" y="77482"/>
                  </a:cubicBezTo>
                  <a:cubicBezTo>
                    <a:pt x="17319" y="77482"/>
                    <a:pt x="0" y="60162"/>
                    <a:pt x="0" y="38741"/>
                  </a:cubicBezTo>
                  <a:cubicBezTo>
                    <a:pt x="0" y="17319"/>
                    <a:pt x="17319" y="0"/>
                    <a:pt x="38741" y="0"/>
                  </a:cubicBezTo>
                  <a:cubicBezTo>
                    <a:pt x="60086" y="0"/>
                    <a:pt x="77482" y="17395"/>
                    <a:pt x="77482" y="3874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1" name="Google Shape;431;p31"/>
            <p:cNvSpPr/>
            <p:nvPr/>
          </p:nvSpPr>
          <p:spPr>
            <a:xfrm>
              <a:off x="8174660" y="4617132"/>
              <a:ext cx="55810" cy="55810"/>
            </a:xfrm>
            <a:custGeom>
              <a:avLst/>
              <a:gdLst/>
              <a:ahLst/>
              <a:cxnLst/>
              <a:rect l="l" t="t" r="r" b="b"/>
              <a:pathLst>
                <a:path w="77482" h="77481" extrusionOk="0">
                  <a:moveTo>
                    <a:pt x="77482" y="38741"/>
                  </a:moveTo>
                  <a:cubicBezTo>
                    <a:pt x="77482" y="60162"/>
                    <a:pt x="60163" y="77482"/>
                    <a:pt x="38742" y="77482"/>
                  </a:cubicBezTo>
                  <a:cubicBezTo>
                    <a:pt x="17320" y="77482"/>
                    <a:pt x="0" y="60162"/>
                    <a:pt x="0" y="38741"/>
                  </a:cubicBezTo>
                  <a:cubicBezTo>
                    <a:pt x="0" y="17320"/>
                    <a:pt x="17320" y="0"/>
                    <a:pt x="38742" y="0"/>
                  </a:cubicBezTo>
                  <a:cubicBezTo>
                    <a:pt x="60163" y="0"/>
                    <a:pt x="77482" y="17396"/>
                    <a:pt x="77482" y="3874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31"/>
            <p:cNvSpPr/>
            <p:nvPr/>
          </p:nvSpPr>
          <p:spPr>
            <a:xfrm>
              <a:off x="8273696" y="4321447"/>
              <a:ext cx="55810" cy="55810"/>
            </a:xfrm>
            <a:custGeom>
              <a:avLst/>
              <a:gdLst/>
              <a:ahLst/>
              <a:cxnLst/>
              <a:rect l="l" t="t" r="r" b="b"/>
              <a:pathLst>
                <a:path w="77481" h="77481" extrusionOk="0">
                  <a:moveTo>
                    <a:pt x="77482" y="38741"/>
                  </a:moveTo>
                  <a:cubicBezTo>
                    <a:pt x="77482" y="60162"/>
                    <a:pt x="60162" y="77482"/>
                    <a:pt x="38741" y="77482"/>
                  </a:cubicBezTo>
                  <a:cubicBezTo>
                    <a:pt x="17319" y="77482"/>
                    <a:pt x="0" y="60162"/>
                    <a:pt x="0" y="38741"/>
                  </a:cubicBezTo>
                  <a:cubicBezTo>
                    <a:pt x="0" y="17319"/>
                    <a:pt x="17319" y="0"/>
                    <a:pt x="38741" y="0"/>
                  </a:cubicBezTo>
                  <a:cubicBezTo>
                    <a:pt x="60162" y="0"/>
                    <a:pt x="77482" y="17319"/>
                    <a:pt x="77482" y="38741"/>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3" name="Google Shape;433;p31"/>
            <p:cNvSpPr/>
            <p:nvPr/>
          </p:nvSpPr>
          <p:spPr>
            <a:xfrm>
              <a:off x="8919671" y="4247252"/>
              <a:ext cx="55810" cy="55810"/>
            </a:xfrm>
            <a:custGeom>
              <a:avLst/>
              <a:gdLst/>
              <a:ahLst/>
              <a:cxnLst/>
              <a:rect l="l" t="t" r="r" b="b"/>
              <a:pathLst>
                <a:path w="77481" h="77481" extrusionOk="0">
                  <a:moveTo>
                    <a:pt x="77482" y="38741"/>
                  </a:moveTo>
                  <a:cubicBezTo>
                    <a:pt x="77482" y="60162"/>
                    <a:pt x="60163" y="77482"/>
                    <a:pt x="38741" y="77482"/>
                  </a:cubicBezTo>
                  <a:cubicBezTo>
                    <a:pt x="17320" y="77482"/>
                    <a:pt x="0" y="60162"/>
                    <a:pt x="0" y="38741"/>
                  </a:cubicBezTo>
                  <a:cubicBezTo>
                    <a:pt x="0" y="17319"/>
                    <a:pt x="17320" y="0"/>
                    <a:pt x="38741" y="0"/>
                  </a:cubicBezTo>
                  <a:cubicBezTo>
                    <a:pt x="60163" y="0"/>
                    <a:pt x="77482" y="17319"/>
                    <a:pt x="77482" y="38741"/>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34" name="Google Shape;434;p31"/>
          <p:cNvGrpSpPr/>
          <p:nvPr/>
        </p:nvGrpSpPr>
        <p:grpSpPr>
          <a:xfrm>
            <a:off x="1062846" y="290916"/>
            <a:ext cx="901968" cy="901968"/>
            <a:chOff x="1350404" y="-3124999"/>
            <a:chExt cx="1570279" cy="1570279"/>
          </a:xfrm>
        </p:grpSpPr>
        <p:sp>
          <p:nvSpPr>
            <p:cNvPr id="435" name="Google Shape;435;p31"/>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6" name="Google Shape;436;p31"/>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7" name="Google Shape;437;p31"/>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31"/>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0" name="Google Shape;440;p31"/>
          <p:cNvGrpSpPr/>
          <p:nvPr/>
        </p:nvGrpSpPr>
        <p:grpSpPr>
          <a:xfrm>
            <a:off x="4060641" y="362469"/>
            <a:ext cx="1022706" cy="830413"/>
            <a:chOff x="7329141" y="362469"/>
            <a:chExt cx="1022706" cy="830413"/>
          </a:xfrm>
        </p:grpSpPr>
        <p:sp>
          <p:nvSpPr>
            <p:cNvPr id="441" name="Google Shape;441;p31"/>
            <p:cNvSpPr/>
            <p:nvPr/>
          </p:nvSpPr>
          <p:spPr>
            <a:xfrm>
              <a:off x="7329141" y="362469"/>
              <a:ext cx="1022706" cy="830413"/>
            </a:xfrm>
            <a:custGeom>
              <a:avLst/>
              <a:gdLst/>
              <a:ahLst/>
              <a:cxnLst/>
              <a:rect l="l" t="t" r="r" b="b"/>
              <a:pathLst>
                <a:path w="1901648" h="1544092" extrusionOk="0">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2" name="Google Shape;442;p31"/>
            <p:cNvSpPr/>
            <p:nvPr/>
          </p:nvSpPr>
          <p:spPr>
            <a:xfrm>
              <a:off x="7479397" y="507863"/>
              <a:ext cx="275878" cy="490191"/>
            </a:xfrm>
            <a:custGeom>
              <a:avLst/>
              <a:gdLst/>
              <a:ahLst/>
              <a:cxnLst/>
              <a:rect l="l" t="t" r="r" b="b"/>
              <a:pathLst>
                <a:path w="512975" h="911475" extrusionOk="0">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43" name="Google Shape;443;p31"/>
            <p:cNvGrpSpPr/>
            <p:nvPr/>
          </p:nvGrpSpPr>
          <p:grpSpPr>
            <a:xfrm>
              <a:off x="7581570" y="507863"/>
              <a:ext cx="449624" cy="551756"/>
              <a:chOff x="6727477" y="1096947"/>
              <a:chExt cx="836044" cy="1025951"/>
            </a:xfrm>
          </p:grpSpPr>
          <p:sp>
            <p:nvSpPr>
              <p:cNvPr id="444" name="Google Shape;444;p31"/>
              <p:cNvSpPr/>
              <p:nvPr/>
            </p:nvSpPr>
            <p:spPr>
              <a:xfrm>
                <a:off x="7050546" y="1096947"/>
                <a:ext cx="512975" cy="1014176"/>
              </a:xfrm>
              <a:custGeom>
                <a:avLst/>
                <a:gdLst/>
                <a:ahLst/>
                <a:cxnLst/>
                <a:rect l="l" t="t" r="r" b="b"/>
                <a:pathLst>
                  <a:path w="512975" h="1014176" extrusionOk="0">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31"/>
              <p:cNvSpPr/>
              <p:nvPr/>
            </p:nvSpPr>
            <p:spPr>
              <a:xfrm>
                <a:off x="6727477" y="1609923"/>
                <a:ext cx="432531" cy="512975"/>
              </a:xfrm>
              <a:custGeom>
                <a:avLst/>
                <a:gdLst/>
                <a:ahLst/>
                <a:cxnLst/>
                <a:rect l="l" t="t" r="r" b="b"/>
                <a:pathLst>
                  <a:path w="432531" h="512975" extrusionOk="0">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46" name="Google Shape;446;p31"/>
            <p:cNvSpPr/>
            <p:nvPr/>
          </p:nvSpPr>
          <p:spPr>
            <a:xfrm>
              <a:off x="7755275" y="507863"/>
              <a:ext cx="222402" cy="439126"/>
            </a:xfrm>
            <a:custGeom>
              <a:avLst/>
              <a:gdLst/>
              <a:ahLst/>
              <a:cxnLst/>
              <a:rect l="l" t="t" r="r" b="b"/>
              <a:pathLst>
                <a:path w="413540" h="816522" extrusionOk="0">
                  <a:moveTo>
                    <a:pt x="0" y="0"/>
                  </a:moveTo>
                  <a:lnTo>
                    <a:pt x="0" y="512976"/>
                  </a:lnTo>
                  <a:lnTo>
                    <a:pt x="413541" y="81652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7" name="Google Shape;447;p31"/>
            <p:cNvSpPr/>
            <p:nvPr/>
          </p:nvSpPr>
          <p:spPr>
            <a:xfrm>
              <a:off x="7918481" y="577354"/>
              <a:ext cx="207735" cy="40730"/>
            </a:xfrm>
            <a:custGeom>
              <a:avLst/>
              <a:gdLst/>
              <a:ahLst/>
              <a:cxnLst/>
              <a:rect l="l" t="t" r="r" b="b"/>
              <a:pathLst>
                <a:path w="386269" h="75734" extrusionOk="0">
                  <a:moveTo>
                    <a:pt x="0" y="0"/>
                  </a:moveTo>
                  <a:lnTo>
                    <a:pt x="386270" y="0"/>
                  </a:lnTo>
                  <a:lnTo>
                    <a:pt x="386270" y="75735"/>
                  </a:lnTo>
                  <a:lnTo>
                    <a:pt x="0" y="7573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8" name="Google Shape;448;p31"/>
            <p:cNvSpPr/>
            <p:nvPr/>
          </p:nvSpPr>
          <p:spPr>
            <a:xfrm>
              <a:off x="7986379" y="855683"/>
              <a:ext cx="207735" cy="40730"/>
            </a:xfrm>
            <a:custGeom>
              <a:avLst/>
              <a:gdLst/>
              <a:ahLst/>
              <a:cxnLst/>
              <a:rect l="l" t="t" r="r" b="b"/>
              <a:pathLst>
                <a:path w="386269" h="75734" extrusionOk="0">
                  <a:moveTo>
                    <a:pt x="0" y="0"/>
                  </a:moveTo>
                  <a:lnTo>
                    <a:pt x="386270" y="0"/>
                  </a:lnTo>
                  <a:lnTo>
                    <a:pt x="386270" y="75735"/>
                  </a:lnTo>
                  <a:lnTo>
                    <a:pt x="0" y="7573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9" name="Google Shape;449;p31"/>
            <p:cNvSpPr/>
            <p:nvPr/>
          </p:nvSpPr>
          <p:spPr>
            <a:xfrm>
              <a:off x="8078706" y="664248"/>
              <a:ext cx="133057" cy="4085"/>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0" name="Google Shape;450;p31"/>
            <p:cNvSpPr/>
            <p:nvPr/>
          </p:nvSpPr>
          <p:spPr>
            <a:xfrm>
              <a:off x="8078706" y="691415"/>
              <a:ext cx="133057" cy="4085"/>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1" name="Google Shape;451;p31"/>
            <p:cNvSpPr/>
            <p:nvPr/>
          </p:nvSpPr>
          <p:spPr>
            <a:xfrm>
              <a:off x="8078706" y="718541"/>
              <a:ext cx="133057" cy="4085"/>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2" name="Google Shape;452;p31"/>
            <p:cNvSpPr/>
            <p:nvPr/>
          </p:nvSpPr>
          <p:spPr>
            <a:xfrm>
              <a:off x="8078706" y="946989"/>
              <a:ext cx="133057" cy="4085"/>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31"/>
            <p:cNvSpPr/>
            <p:nvPr/>
          </p:nvSpPr>
          <p:spPr>
            <a:xfrm>
              <a:off x="8078706" y="974156"/>
              <a:ext cx="133057" cy="4085"/>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4" name="Google Shape;454;p31"/>
            <p:cNvSpPr/>
            <p:nvPr/>
          </p:nvSpPr>
          <p:spPr>
            <a:xfrm>
              <a:off x="8078706" y="1001323"/>
              <a:ext cx="133057" cy="4085"/>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55" name="Google Shape;455;p31"/>
          <p:cNvGrpSpPr/>
          <p:nvPr/>
        </p:nvGrpSpPr>
        <p:grpSpPr>
          <a:xfrm>
            <a:off x="-215300" y="3851305"/>
            <a:ext cx="1694813" cy="830678"/>
            <a:chOff x="-215300" y="3851305"/>
            <a:chExt cx="1694813" cy="830678"/>
          </a:xfrm>
        </p:grpSpPr>
        <p:sp>
          <p:nvSpPr>
            <p:cNvPr id="456" name="Google Shape;456;p31"/>
            <p:cNvSpPr/>
            <p:nvPr/>
          </p:nvSpPr>
          <p:spPr>
            <a:xfrm>
              <a:off x="861887" y="3947362"/>
              <a:ext cx="215268" cy="42207"/>
            </a:xfrm>
            <a:custGeom>
              <a:avLst/>
              <a:gdLst/>
              <a:ahLst/>
              <a:cxnLst/>
              <a:rect l="l" t="t" r="r" b="b"/>
              <a:pathLst>
                <a:path w="386269" h="75734" extrusionOk="0">
                  <a:moveTo>
                    <a:pt x="0" y="0"/>
                  </a:moveTo>
                  <a:lnTo>
                    <a:pt x="386270" y="0"/>
                  </a:lnTo>
                  <a:lnTo>
                    <a:pt x="386270" y="75735"/>
                  </a:lnTo>
                  <a:lnTo>
                    <a:pt x="0" y="7573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57" name="Google Shape;457;p31"/>
            <p:cNvGrpSpPr/>
            <p:nvPr/>
          </p:nvGrpSpPr>
          <p:grpSpPr>
            <a:xfrm>
              <a:off x="861887" y="4031521"/>
              <a:ext cx="137882" cy="60495"/>
              <a:chOff x="1949580" y="3551527"/>
              <a:chExt cx="247410" cy="108551"/>
            </a:xfrm>
          </p:grpSpPr>
          <p:sp>
            <p:nvSpPr>
              <p:cNvPr id="458" name="Google Shape;458;p31"/>
              <p:cNvSpPr/>
              <p:nvPr/>
            </p:nvSpPr>
            <p:spPr>
              <a:xfrm>
                <a:off x="1949580" y="3551527"/>
                <a:ext cx="247410" cy="7596"/>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31"/>
              <p:cNvSpPr/>
              <p:nvPr/>
            </p:nvSpPr>
            <p:spPr>
              <a:xfrm>
                <a:off x="1949580" y="3601966"/>
                <a:ext cx="247410" cy="7596"/>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0" name="Google Shape;460;p31"/>
              <p:cNvSpPr/>
              <p:nvPr/>
            </p:nvSpPr>
            <p:spPr>
              <a:xfrm>
                <a:off x="1949580" y="3652482"/>
                <a:ext cx="247410" cy="7596"/>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61" name="Google Shape;461;p31"/>
            <p:cNvSpPr/>
            <p:nvPr/>
          </p:nvSpPr>
          <p:spPr>
            <a:xfrm>
              <a:off x="-85801" y="4070172"/>
              <a:ext cx="105708" cy="611514"/>
            </a:xfrm>
            <a:custGeom>
              <a:avLst/>
              <a:gdLst/>
              <a:ahLst/>
              <a:cxnLst/>
              <a:rect l="l" t="t" r="r" b="b"/>
              <a:pathLst>
                <a:path w="189678" h="1097280" extrusionOk="0">
                  <a:moveTo>
                    <a:pt x="0" y="0"/>
                  </a:moveTo>
                  <a:lnTo>
                    <a:pt x="189679" y="0"/>
                  </a:lnTo>
                  <a:lnTo>
                    <a:pt x="189679" y="1097280"/>
                  </a:lnTo>
                  <a:lnTo>
                    <a:pt x="0" y="1097280"/>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31"/>
            <p:cNvSpPr/>
            <p:nvPr/>
          </p:nvSpPr>
          <p:spPr>
            <a:xfrm>
              <a:off x="104109" y="4375950"/>
              <a:ext cx="105745" cy="305846"/>
            </a:xfrm>
            <a:custGeom>
              <a:avLst/>
              <a:gdLst/>
              <a:ahLst/>
              <a:cxnLst/>
              <a:rect l="l" t="t" r="r" b="b"/>
              <a:pathLst>
                <a:path w="189678" h="548602" extrusionOk="0">
                  <a:moveTo>
                    <a:pt x="0" y="0"/>
                  </a:moveTo>
                  <a:lnTo>
                    <a:pt x="189679" y="0"/>
                  </a:lnTo>
                  <a:lnTo>
                    <a:pt x="189679" y="548602"/>
                  </a:lnTo>
                  <a:lnTo>
                    <a:pt x="0" y="54860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31"/>
            <p:cNvSpPr/>
            <p:nvPr/>
          </p:nvSpPr>
          <p:spPr>
            <a:xfrm>
              <a:off x="294020" y="4210340"/>
              <a:ext cx="105708" cy="471388"/>
            </a:xfrm>
            <a:custGeom>
              <a:avLst/>
              <a:gdLst/>
              <a:ahLst/>
              <a:cxnLst/>
              <a:rect l="l" t="t" r="r" b="b"/>
              <a:pathLst>
                <a:path w="189678" h="845843" extrusionOk="0">
                  <a:moveTo>
                    <a:pt x="0" y="0"/>
                  </a:moveTo>
                  <a:lnTo>
                    <a:pt x="189679" y="0"/>
                  </a:lnTo>
                  <a:lnTo>
                    <a:pt x="189679" y="845844"/>
                  </a:lnTo>
                  <a:lnTo>
                    <a:pt x="0" y="845844"/>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4" name="Google Shape;464;p31"/>
            <p:cNvSpPr/>
            <p:nvPr/>
          </p:nvSpPr>
          <p:spPr>
            <a:xfrm>
              <a:off x="483972" y="4070172"/>
              <a:ext cx="105708" cy="611514"/>
            </a:xfrm>
            <a:custGeom>
              <a:avLst/>
              <a:gdLst/>
              <a:ahLst/>
              <a:cxnLst/>
              <a:rect l="l" t="t" r="r" b="b"/>
              <a:pathLst>
                <a:path w="189678" h="1097280" extrusionOk="0">
                  <a:moveTo>
                    <a:pt x="0" y="0"/>
                  </a:moveTo>
                  <a:lnTo>
                    <a:pt x="189679" y="0"/>
                  </a:lnTo>
                  <a:lnTo>
                    <a:pt x="189679" y="1097280"/>
                  </a:lnTo>
                  <a:lnTo>
                    <a:pt x="0" y="1097280"/>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5" name="Google Shape;465;p31"/>
            <p:cNvSpPr/>
            <p:nvPr/>
          </p:nvSpPr>
          <p:spPr>
            <a:xfrm>
              <a:off x="673882" y="4070172"/>
              <a:ext cx="105745" cy="611734"/>
            </a:xfrm>
            <a:custGeom>
              <a:avLst/>
              <a:gdLst/>
              <a:ahLst/>
              <a:cxnLst/>
              <a:rect l="l" t="t" r="r" b="b"/>
              <a:pathLst>
                <a:path w="189678" h="1097280" extrusionOk="0">
                  <a:moveTo>
                    <a:pt x="0" y="0"/>
                  </a:moveTo>
                  <a:lnTo>
                    <a:pt x="189679" y="0"/>
                  </a:lnTo>
                  <a:lnTo>
                    <a:pt x="189679" y="1097280"/>
                  </a:lnTo>
                  <a:lnTo>
                    <a:pt x="0" y="109728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31"/>
            <p:cNvSpPr/>
            <p:nvPr/>
          </p:nvSpPr>
          <p:spPr>
            <a:xfrm>
              <a:off x="863835" y="4347926"/>
              <a:ext cx="105745" cy="333923"/>
            </a:xfrm>
            <a:custGeom>
              <a:avLst/>
              <a:gdLst/>
              <a:ahLst/>
              <a:cxnLst/>
              <a:rect l="l" t="t" r="r" b="b"/>
              <a:pathLst>
                <a:path w="189678" h="598965" extrusionOk="0">
                  <a:moveTo>
                    <a:pt x="0" y="0"/>
                  </a:moveTo>
                  <a:lnTo>
                    <a:pt x="189679" y="0"/>
                  </a:lnTo>
                  <a:lnTo>
                    <a:pt x="189679" y="598965"/>
                  </a:lnTo>
                  <a:lnTo>
                    <a:pt x="0" y="59896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31"/>
            <p:cNvSpPr/>
            <p:nvPr/>
          </p:nvSpPr>
          <p:spPr>
            <a:xfrm>
              <a:off x="1053745" y="4472133"/>
              <a:ext cx="105708" cy="209553"/>
            </a:xfrm>
            <a:custGeom>
              <a:avLst/>
              <a:gdLst/>
              <a:ahLst/>
              <a:cxnLst/>
              <a:rect l="l" t="t" r="r" b="b"/>
              <a:pathLst>
                <a:path w="189678" h="376014" extrusionOk="0">
                  <a:moveTo>
                    <a:pt x="0" y="0"/>
                  </a:moveTo>
                  <a:lnTo>
                    <a:pt x="189679" y="0"/>
                  </a:lnTo>
                  <a:lnTo>
                    <a:pt x="189679" y="376015"/>
                  </a:lnTo>
                  <a:lnTo>
                    <a:pt x="0" y="37601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31"/>
            <p:cNvSpPr/>
            <p:nvPr/>
          </p:nvSpPr>
          <p:spPr>
            <a:xfrm>
              <a:off x="1243698" y="4070172"/>
              <a:ext cx="105708" cy="611514"/>
            </a:xfrm>
            <a:custGeom>
              <a:avLst/>
              <a:gdLst/>
              <a:ahLst/>
              <a:cxnLst/>
              <a:rect l="l" t="t" r="r" b="b"/>
              <a:pathLst>
                <a:path w="189678" h="1097280" extrusionOk="0">
                  <a:moveTo>
                    <a:pt x="0" y="0"/>
                  </a:moveTo>
                  <a:lnTo>
                    <a:pt x="189679" y="0"/>
                  </a:lnTo>
                  <a:lnTo>
                    <a:pt x="189679" y="1097280"/>
                  </a:lnTo>
                  <a:lnTo>
                    <a:pt x="0" y="1097280"/>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 name="Google Shape;469;p31"/>
            <p:cNvSpPr/>
            <p:nvPr/>
          </p:nvSpPr>
          <p:spPr>
            <a:xfrm>
              <a:off x="-32968" y="4087783"/>
              <a:ext cx="1329498" cy="420165"/>
            </a:xfrm>
            <a:custGeom>
              <a:avLst/>
              <a:gdLst/>
              <a:ahLst/>
              <a:cxnLst/>
              <a:rect l="l" t="t" r="r" b="b"/>
              <a:pathLst>
                <a:path w="2385606" h="753929" extrusionOk="0">
                  <a:moveTo>
                    <a:pt x="0" y="0"/>
                  </a:moveTo>
                  <a:lnTo>
                    <a:pt x="340844" y="555135"/>
                  </a:lnTo>
                  <a:lnTo>
                    <a:pt x="681613" y="262147"/>
                  </a:lnTo>
                  <a:lnTo>
                    <a:pt x="1022381" y="0"/>
                  </a:lnTo>
                  <a:lnTo>
                    <a:pt x="1363225" y="0"/>
                  </a:lnTo>
                  <a:lnTo>
                    <a:pt x="1703993" y="517077"/>
                  </a:lnTo>
                  <a:lnTo>
                    <a:pt x="2044838" y="753929"/>
                  </a:lnTo>
                  <a:lnTo>
                    <a:pt x="2385606"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31"/>
            <p:cNvSpPr/>
            <p:nvPr/>
          </p:nvSpPr>
          <p:spPr>
            <a:xfrm>
              <a:off x="-61417" y="4059335"/>
              <a:ext cx="56896" cy="56896"/>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31"/>
            <p:cNvSpPr/>
            <p:nvPr/>
          </p:nvSpPr>
          <p:spPr>
            <a:xfrm>
              <a:off x="128536" y="4354614"/>
              <a:ext cx="56896" cy="56896"/>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31"/>
            <p:cNvSpPr/>
            <p:nvPr/>
          </p:nvSpPr>
          <p:spPr>
            <a:xfrm>
              <a:off x="318446" y="4189385"/>
              <a:ext cx="56896" cy="56896"/>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31"/>
            <p:cNvSpPr/>
            <p:nvPr/>
          </p:nvSpPr>
          <p:spPr>
            <a:xfrm>
              <a:off x="508356" y="4059335"/>
              <a:ext cx="56896" cy="56896"/>
            </a:xfrm>
            <a:custGeom>
              <a:avLst/>
              <a:gdLst/>
              <a:ahLst/>
              <a:cxnLst/>
              <a:rect l="l" t="t" r="r" b="b"/>
              <a:pathLst>
                <a:path w="102093" h="102093" extrusionOk="0">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31"/>
            <p:cNvSpPr/>
            <p:nvPr/>
          </p:nvSpPr>
          <p:spPr>
            <a:xfrm>
              <a:off x="698309" y="4059335"/>
              <a:ext cx="56896" cy="56896"/>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31"/>
            <p:cNvSpPr/>
            <p:nvPr/>
          </p:nvSpPr>
          <p:spPr>
            <a:xfrm>
              <a:off x="893172" y="4336368"/>
              <a:ext cx="56896" cy="56896"/>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31"/>
            <p:cNvSpPr/>
            <p:nvPr/>
          </p:nvSpPr>
          <p:spPr>
            <a:xfrm>
              <a:off x="1078172" y="4457909"/>
              <a:ext cx="56896" cy="56896"/>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31"/>
            <p:cNvSpPr/>
            <p:nvPr/>
          </p:nvSpPr>
          <p:spPr>
            <a:xfrm>
              <a:off x="1268082" y="4046253"/>
              <a:ext cx="56896" cy="56896"/>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31"/>
            <p:cNvSpPr/>
            <p:nvPr/>
          </p:nvSpPr>
          <p:spPr>
            <a:xfrm>
              <a:off x="-215300" y="3851305"/>
              <a:ext cx="1694813" cy="830678"/>
            </a:xfrm>
            <a:custGeom>
              <a:avLst/>
              <a:gdLst/>
              <a:ahLst/>
              <a:cxnLst/>
              <a:rect l="l" t="t" r="r" b="b"/>
              <a:pathLst>
                <a:path w="3040023" h="1490006" extrusionOk="0">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Title 1"/>
          <p:cNvSpPr>
            <a:spLocks noGrp="1"/>
          </p:cNvSpPr>
          <p:nvPr>
            <p:ph type="ctrTitle" idx="2"/>
          </p:nvPr>
        </p:nvSpPr>
        <p:spPr/>
        <p:txBody>
          <a:body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94"/>
                                        </p:tgtEl>
                                        <p:attrNameLst>
                                          <p:attrName>style.visibility</p:attrName>
                                        </p:attrNameLst>
                                      </p:cBhvr>
                                      <p:to>
                                        <p:strVal val="visible"/>
                                      </p:to>
                                    </p:set>
                                    <p:animEffect transition="in" filter="fade">
                                      <p:cBhvr>
                                        <p:cTn id="7" dur="1000"/>
                                        <p:tgtEl>
                                          <p:spTgt spid="394"/>
                                        </p:tgtEl>
                                      </p:cBhvr>
                                    </p:animEffect>
                                    <p:anim calcmode="lin" valueType="num">
                                      <p:cBhvr>
                                        <p:cTn id="8" dur="1000" fill="hold"/>
                                        <p:tgtEl>
                                          <p:spTgt spid="394"/>
                                        </p:tgtEl>
                                        <p:attrNameLst>
                                          <p:attrName>ppt_x</p:attrName>
                                        </p:attrNameLst>
                                      </p:cBhvr>
                                      <p:tavLst>
                                        <p:tav tm="0">
                                          <p:val>
                                            <p:strVal val="#ppt_x"/>
                                          </p:val>
                                        </p:tav>
                                        <p:tav tm="100000">
                                          <p:val>
                                            <p:strVal val="#ppt_x"/>
                                          </p:val>
                                        </p:tav>
                                      </p:tavLst>
                                    </p:anim>
                                    <p:anim calcmode="lin" valueType="num">
                                      <p:cBhvr>
                                        <p:cTn id="9" dur="1000" fill="hold"/>
                                        <p:tgtEl>
                                          <p:spTgt spid="394"/>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395">
                                            <p:txEl>
                                              <p:pRg st="0" end="0"/>
                                            </p:txEl>
                                          </p:spTgt>
                                        </p:tgtEl>
                                        <p:attrNameLst>
                                          <p:attrName>style.visibility</p:attrName>
                                        </p:attrNameLst>
                                      </p:cBhvr>
                                      <p:to>
                                        <p:strVal val="visible"/>
                                      </p:to>
                                    </p:set>
                                    <p:animEffect transition="in" filter="fade">
                                      <p:cBhvr>
                                        <p:cTn id="12" dur="500"/>
                                        <p:tgtEl>
                                          <p:spTgt spid="3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p49"/>
          <p:cNvSpPr txBox="1">
            <a:spLocks noGrp="1"/>
          </p:cNvSpPr>
          <p:nvPr>
            <p:ph type="body" idx="4294967295"/>
          </p:nvPr>
        </p:nvSpPr>
        <p:spPr>
          <a:xfrm>
            <a:off x="751063" y="1902550"/>
            <a:ext cx="2546400" cy="776700"/>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t>Write your first clue</a:t>
            </a:r>
            <a:endParaRPr/>
          </a:p>
        </p:txBody>
      </p:sp>
      <p:sp>
        <p:nvSpPr>
          <p:cNvPr id="1097" name="Google Shape;1097;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CHARTS</a:t>
            </a:r>
            <a:endParaRPr dirty="0"/>
          </a:p>
        </p:txBody>
      </p:sp>
      <p:sp>
        <p:nvSpPr>
          <p:cNvPr id="1098" name="Google Shape;1098;p49"/>
          <p:cNvSpPr txBox="1">
            <a:spLocks noGrp="1"/>
          </p:cNvSpPr>
          <p:nvPr>
            <p:ph type="body" idx="4294967295"/>
          </p:nvPr>
        </p:nvSpPr>
        <p:spPr>
          <a:xfrm>
            <a:off x="726450" y="1052050"/>
            <a:ext cx="7704000" cy="622800"/>
          </a:xfrm>
          <a:prstGeom prst="rect">
            <a:avLst/>
          </a:prstGeom>
        </p:spPr>
        <p:txBody>
          <a:bodyPr spcFirstLastPara="1" wrap="square" lIns="91425" tIns="91425" rIns="91425" bIns="91425" anchor="t" anchorCtr="0">
            <a:noAutofit/>
          </a:bodyPr>
          <a:lstStyle/>
          <a:p>
            <a:pPr marL="285750" indent="-285750"/>
            <a:r>
              <a:rPr lang="en-US" dirty="0"/>
              <a:t> is a graphical representation of data. Visualizing data through charts helps to uncover patterns, trends, relationships, and structure in data.</a:t>
            </a:r>
            <a:endParaRPr dirty="0"/>
          </a:p>
        </p:txBody>
      </p:sp>
      <p:graphicFrame>
        <p:nvGraphicFramePr>
          <p:cNvPr id="1099" name="Google Shape;1099;p49"/>
          <p:cNvGraphicFramePr/>
          <p:nvPr>
            <p:extLst>
              <p:ext uri="{D42A27DB-BD31-4B8C-83A1-F6EECF244321}">
                <p14:modId xmlns:p14="http://schemas.microsoft.com/office/powerpoint/2010/main" val="1944454456"/>
              </p:ext>
            </p:extLst>
          </p:nvPr>
        </p:nvGraphicFramePr>
        <p:xfrm>
          <a:off x="3534138" y="1709177"/>
          <a:ext cx="4858800" cy="2858333"/>
        </p:xfrm>
        <a:graphic>
          <a:graphicData uri="http://schemas.openxmlformats.org/drawingml/2006/table">
            <a:tbl>
              <a:tblPr>
                <a:noFill/>
                <a:tableStyleId>{D4383E9C-6DF2-40E7-A7CE-C68DB0CEA00E}</a:tableStyleId>
              </a:tblPr>
              <a:tblGrid>
                <a:gridCol w="1357350"/>
                <a:gridCol w="1167150"/>
                <a:gridCol w="1167150"/>
                <a:gridCol w="1167150"/>
              </a:tblGrid>
              <a:tr h="483509">
                <a:tc>
                  <a:txBody>
                    <a:bodyPr/>
                    <a:lstStyle/>
                    <a:p>
                      <a:pPr marL="0" lvl="0" indent="0" algn="l" rtl="0">
                        <a:spcBef>
                          <a:spcPts val="0"/>
                        </a:spcBef>
                        <a:spcAft>
                          <a:spcPts val="0"/>
                        </a:spcAft>
                        <a:buNone/>
                      </a:pPr>
                      <a:r>
                        <a:rPr lang="en" sz="1300" dirty="0" smtClean="0">
                          <a:solidFill>
                            <a:schemeClr val="dk1"/>
                          </a:solidFill>
                          <a:latin typeface="Passion One"/>
                          <a:ea typeface="Passion One"/>
                          <a:cs typeface="Passion One"/>
                          <a:sym typeface="Passion One"/>
                        </a:rPr>
                        <a:t>Charts</a:t>
                      </a:r>
                      <a:endParaRPr sz="1300" dirty="0">
                        <a:solidFill>
                          <a:schemeClr val="dk1"/>
                        </a:solidFill>
                        <a:latin typeface="Passion One"/>
                        <a:ea typeface="Passion One"/>
                        <a:cs typeface="Passion One"/>
                        <a:sym typeface="Passion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b="1" dirty="0" smtClean="0">
                          <a:solidFill>
                            <a:schemeClr val="dk1"/>
                          </a:solidFill>
                          <a:latin typeface="Passion One"/>
                          <a:ea typeface="Passion One"/>
                          <a:cs typeface="Passion One"/>
                          <a:sym typeface="Passion One"/>
                        </a:rPr>
                        <a:t>Comparison</a:t>
                      </a:r>
                      <a:endParaRPr sz="1300" b="1" dirty="0">
                        <a:solidFill>
                          <a:schemeClr val="dk1"/>
                        </a:solidFill>
                        <a:latin typeface="Passion One"/>
                        <a:ea typeface="Passion One"/>
                        <a:cs typeface="Passion One"/>
                        <a:sym typeface="Passion On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b="1" dirty="0" smtClean="0">
                          <a:solidFill>
                            <a:schemeClr val="dk1"/>
                          </a:solidFill>
                          <a:latin typeface="Passion One"/>
                          <a:ea typeface="Passion One"/>
                          <a:cs typeface="Passion One"/>
                          <a:sym typeface="Passion One"/>
                        </a:rPr>
                        <a:t>Time-series</a:t>
                      </a:r>
                      <a:endParaRPr sz="1300" b="1" dirty="0">
                        <a:solidFill>
                          <a:schemeClr val="dk1"/>
                        </a:solidFill>
                        <a:latin typeface="Passion One"/>
                        <a:ea typeface="Passion One"/>
                        <a:cs typeface="Passion One"/>
                        <a:sym typeface="Passion On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300" b="1" dirty="0" smtClean="0">
                          <a:solidFill>
                            <a:schemeClr val="dk1"/>
                          </a:solidFill>
                          <a:latin typeface="Passion One"/>
                          <a:ea typeface="Passion One"/>
                          <a:cs typeface="Passion One"/>
                          <a:sym typeface="Passion One"/>
                        </a:rPr>
                        <a:t>Correlation</a:t>
                      </a:r>
                      <a:endParaRPr sz="1300" b="1" dirty="0">
                        <a:solidFill>
                          <a:schemeClr val="dk1"/>
                        </a:solidFill>
                        <a:latin typeface="Passion One"/>
                        <a:ea typeface="Passion One"/>
                        <a:cs typeface="Passion One"/>
                        <a:sym typeface="Passion On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r>
              <a:tr h="540240">
                <a:tc>
                  <a:txBody>
                    <a:bodyPr/>
                    <a:lstStyle/>
                    <a:p>
                      <a:pPr marL="0" lvl="0" indent="0" algn="l" rtl="0">
                        <a:spcBef>
                          <a:spcPts val="0"/>
                        </a:spcBef>
                        <a:spcAft>
                          <a:spcPts val="0"/>
                        </a:spcAft>
                        <a:buNone/>
                      </a:pPr>
                      <a:r>
                        <a:rPr lang="en-US" sz="1300" baseline="0" dirty="0" smtClean="0">
                          <a:solidFill>
                            <a:schemeClr val="dk1"/>
                          </a:solidFill>
                          <a:latin typeface="Passion One"/>
                          <a:ea typeface="Passion One"/>
                          <a:cs typeface="Passion One"/>
                          <a:sym typeface="Passion One"/>
                        </a:rPr>
                        <a:t>Bar Chart</a:t>
                      </a:r>
                      <a:endParaRPr lang="en-US" sz="1300" dirty="0" smtClean="0">
                        <a:solidFill>
                          <a:schemeClr val="dk1"/>
                        </a:solidFill>
                        <a:latin typeface="Passion One"/>
                        <a:ea typeface="Passion One"/>
                        <a:cs typeface="Passion One"/>
                        <a:sym typeface="Passion One"/>
                      </a:endParaRPr>
                    </a:p>
                    <a:p>
                      <a:pPr marL="0" lvl="0" indent="0" algn="l" rtl="0">
                        <a:spcBef>
                          <a:spcPts val="0"/>
                        </a:spcBef>
                        <a:spcAft>
                          <a:spcPts val="0"/>
                        </a:spcAft>
                        <a:buNone/>
                      </a:pPr>
                      <a:endParaRPr sz="1300" dirty="0">
                        <a:solidFill>
                          <a:schemeClr val="dk1"/>
                        </a:solidFill>
                        <a:latin typeface="Passion One"/>
                        <a:ea typeface="Passion One"/>
                        <a:cs typeface="Passion One"/>
                        <a:sym typeface="Passion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300" b="1" dirty="0">
                        <a:solidFill>
                          <a:schemeClr val="dk1"/>
                        </a:solidFill>
                        <a:latin typeface="Inter"/>
                        <a:ea typeface="Inter"/>
                        <a:cs typeface="Inter"/>
                        <a:sym typeface="In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300" b="1">
                        <a:solidFill>
                          <a:schemeClr val="dk1"/>
                        </a:solidFill>
                        <a:latin typeface="Inter"/>
                        <a:ea typeface="Inter"/>
                        <a:cs typeface="Inter"/>
                        <a:sym typeface="In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300" b="1">
                        <a:solidFill>
                          <a:schemeClr val="dk1"/>
                        </a:solidFill>
                        <a:latin typeface="Inter"/>
                        <a:ea typeface="Inter"/>
                        <a:cs typeface="Inter"/>
                        <a:sym typeface="In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r>
              <a:tr h="892207">
                <a:tc>
                  <a:txBody>
                    <a:bodyPr/>
                    <a:lstStyle/>
                    <a:p>
                      <a:pPr marL="0" lvl="0" indent="0" algn="l" rtl="0">
                        <a:spcBef>
                          <a:spcPts val="0"/>
                        </a:spcBef>
                        <a:spcAft>
                          <a:spcPts val="0"/>
                        </a:spcAft>
                        <a:buNone/>
                      </a:pPr>
                      <a:r>
                        <a:rPr lang="en-US" sz="1300" dirty="0" smtClean="0">
                          <a:solidFill>
                            <a:schemeClr val="dk1"/>
                          </a:solidFill>
                          <a:latin typeface="Passion One"/>
                          <a:ea typeface="Passion One"/>
                          <a:cs typeface="Passion One"/>
                          <a:sym typeface="Passion One"/>
                        </a:rPr>
                        <a:t>Line</a:t>
                      </a:r>
                      <a:r>
                        <a:rPr lang="en-US" sz="1300" baseline="0" dirty="0" smtClean="0">
                          <a:solidFill>
                            <a:schemeClr val="dk1"/>
                          </a:solidFill>
                          <a:latin typeface="Passion One"/>
                          <a:ea typeface="Passion One"/>
                          <a:cs typeface="Passion One"/>
                          <a:sym typeface="Passion One"/>
                        </a:rPr>
                        <a:t> Chart</a:t>
                      </a:r>
                      <a:endParaRPr sz="1300" dirty="0">
                        <a:solidFill>
                          <a:schemeClr val="dk1"/>
                        </a:solidFill>
                        <a:latin typeface="Passion One"/>
                        <a:ea typeface="Passion One"/>
                        <a:cs typeface="Passion One"/>
                        <a:sym typeface="Passion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300" b="1" dirty="0">
                        <a:solidFill>
                          <a:schemeClr val="dk1"/>
                        </a:solidFill>
                        <a:latin typeface="Inter"/>
                        <a:ea typeface="Inter"/>
                        <a:cs typeface="Inter"/>
                        <a:sym typeface="Inter"/>
                      </a:endParaRPr>
                    </a:p>
                  </a:txBody>
                  <a:tcPr marL="91425" marR="91425" marT="91425" marB="91425">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300" b="1">
                        <a:solidFill>
                          <a:schemeClr val="dk1"/>
                        </a:solidFill>
                        <a:latin typeface="Inter"/>
                        <a:ea typeface="Inter"/>
                        <a:cs typeface="Inter"/>
                        <a:sym typeface="Inter"/>
                      </a:endParaRPr>
                    </a:p>
                  </a:txBody>
                  <a:tcPr marL="91425" marR="91425" marT="91425" marB="91425">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300" b="1" dirty="0">
                        <a:solidFill>
                          <a:schemeClr val="dk1"/>
                        </a:solidFill>
                        <a:latin typeface="Inter"/>
                        <a:ea typeface="Inter"/>
                        <a:cs typeface="Inter"/>
                        <a:sym typeface="In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903527">
                <a:tc>
                  <a:txBody>
                    <a:bodyPr/>
                    <a:lstStyle/>
                    <a:p>
                      <a:pPr marL="0" lvl="0" indent="0" algn="l" rtl="0">
                        <a:spcBef>
                          <a:spcPts val="0"/>
                        </a:spcBef>
                        <a:spcAft>
                          <a:spcPts val="0"/>
                        </a:spcAft>
                        <a:buNone/>
                      </a:pPr>
                      <a:r>
                        <a:rPr lang="en" sz="1300" dirty="0" smtClean="0">
                          <a:solidFill>
                            <a:schemeClr val="dk1"/>
                          </a:solidFill>
                          <a:latin typeface="Passion One"/>
                          <a:ea typeface="Passion One"/>
                          <a:cs typeface="Passion One"/>
                          <a:sym typeface="Passion One"/>
                        </a:rPr>
                        <a:t>Scatter</a:t>
                      </a:r>
                      <a:r>
                        <a:rPr lang="en" sz="1300" baseline="0" dirty="0" smtClean="0">
                          <a:solidFill>
                            <a:schemeClr val="dk1"/>
                          </a:solidFill>
                          <a:latin typeface="Passion One"/>
                          <a:ea typeface="Passion One"/>
                          <a:cs typeface="Passion One"/>
                          <a:sym typeface="Passion One"/>
                        </a:rPr>
                        <a:t> Plot</a:t>
                      </a:r>
                      <a:endParaRPr sz="1300" dirty="0">
                        <a:solidFill>
                          <a:schemeClr val="dk1"/>
                        </a:solidFill>
                        <a:latin typeface="Passion One"/>
                        <a:ea typeface="Passion One"/>
                        <a:cs typeface="Passion One"/>
                        <a:sym typeface="Passion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sz="1300" b="1">
                        <a:solidFill>
                          <a:schemeClr val="dk1"/>
                        </a:solidFill>
                        <a:latin typeface="Inter"/>
                        <a:ea typeface="Inter"/>
                        <a:cs typeface="Inter"/>
                        <a:sym typeface="In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sz="1300" b="1" dirty="0">
                        <a:solidFill>
                          <a:schemeClr val="dk1"/>
                        </a:solidFill>
                        <a:latin typeface="Inter"/>
                        <a:ea typeface="Inter"/>
                        <a:cs typeface="Inter"/>
                        <a:sym typeface="In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sz="1300" b="1" dirty="0">
                        <a:solidFill>
                          <a:schemeClr val="dk1"/>
                        </a:solidFill>
                        <a:latin typeface="Inter"/>
                        <a:ea typeface="Inter"/>
                        <a:cs typeface="Inter"/>
                        <a:sym typeface="In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r>
            </a:tbl>
          </a:graphicData>
        </a:graphic>
      </p:graphicFrame>
      <p:sp>
        <p:nvSpPr>
          <p:cNvPr id="1100" name="Google Shape;1100;p49"/>
          <p:cNvSpPr/>
          <p:nvPr/>
        </p:nvSpPr>
        <p:spPr>
          <a:xfrm>
            <a:off x="5190697" y="2290725"/>
            <a:ext cx="526629" cy="388525"/>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9"/>
          <p:cNvSpPr txBox="1">
            <a:spLocks noGrp="1"/>
          </p:cNvSpPr>
          <p:nvPr>
            <p:ph type="body" idx="4294967295"/>
          </p:nvPr>
        </p:nvSpPr>
        <p:spPr>
          <a:xfrm>
            <a:off x="751063" y="2864822"/>
            <a:ext cx="2546400" cy="776700"/>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t>Write your second clue</a:t>
            </a:r>
            <a:endParaRPr/>
          </a:p>
        </p:txBody>
      </p:sp>
      <p:sp>
        <p:nvSpPr>
          <p:cNvPr id="1102" name="Google Shape;1102;p49"/>
          <p:cNvSpPr txBox="1">
            <a:spLocks noGrp="1"/>
          </p:cNvSpPr>
          <p:nvPr>
            <p:ph type="body" idx="4294967295"/>
          </p:nvPr>
        </p:nvSpPr>
        <p:spPr>
          <a:xfrm>
            <a:off x="751063" y="3827095"/>
            <a:ext cx="2546400" cy="776700"/>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t>Write your third clue</a:t>
            </a:r>
            <a:endParaRPr/>
          </a:p>
        </p:txBody>
      </p:sp>
      <p:sp>
        <p:nvSpPr>
          <p:cNvPr id="1103" name="Google Shape;1103;p49"/>
          <p:cNvSpPr txBox="1">
            <a:spLocks noGrp="1"/>
          </p:cNvSpPr>
          <p:nvPr>
            <p:ph type="body" idx="4294967295"/>
          </p:nvPr>
        </p:nvSpPr>
        <p:spPr>
          <a:xfrm>
            <a:off x="751063" y="1902550"/>
            <a:ext cx="2546400" cy="7767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800" dirty="0" smtClean="0"/>
              <a:t>Bar Chart</a:t>
            </a:r>
            <a:endParaRPr sz="1800" dirty="0"/>
          </a:p>
        </p:txBody>
      </p:sp>
      <p:sp>
        <p:nvSpPr>
          <p:cNvPr id="1104" name="Google Shape;1104;p49"/>
          <p:cNvSpPr txBox="1">
            <a:spLocks noGrp="1"/>
          </p:cNvSpPr>
          <p:nvPr>
            <p:ph type="body" idx="4294967295"/>
          </p:nvPr>
        </p:nvSpPr>
        <p:spPr>
          <a:xfrm>
            <a:off x="751063" y="2864822"/>
            <a:ext cx="2546400" cy="7767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hlink"/>
              </a:buClr>
              <a:buSzPts val="1100"/>
              <a:buFont typeface="Arial"/>
              <a:buNone/>
            </a:pPr>
            <a:r>
              <a:rPr lang="en" sz="1800" dirty="0" smtClean="0"/>
              <a:t>Line Chart</a:t>
            </a:r>
            <a:endParaRPr sz="1800" dirty="0"/>
          </a:p>
        </p:txBody>
      </p:sp>
      <p:sp>
        <p:nvSpPr>
          <p:cNvPr id="1105" name="Google Shape;1105;p49"/>
          <p:cNvSpPr txBox="1">
            <a:spLocks noGrp="1"/>
          </p:cNvSpPr>
          <p:nvPr>
            <p:ph type="body" idx="4294967295"/>
          </p:nvPr>
        </p:nvSpPr>
        <p:spPr>
          <a:xfrm>
            <a:off x="751063" y="3827095"/>
            <a:ext cx="2546400" cy="7767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hlink"/>
              </a:buClr>
              <a:buSzPts val="1100"/>
              <a:buFont typeface="Arial"/>
              <a:buNone/>
            </a:pPr>
            <a:r>
              <a:rPr lang="en" sz="1800" dirty="0" smtClean="0"/>
              <a:t>Scatter Plot</a:t>
            </a:r>
            <a:endParaRPr sz="1800" dirty="0"/>
          </a:p>
        </p:txBody>
      </p:sp>
      <p:sp>
        <p:nvSpPr>
          <p:cNvPr id="12" name="Google Shape;1100;p49"/>
          <p:cNvSpPr/>
          <p:nvPr/>
        </p:nvSpPr>
        <p:spPr>
          <a:xfrm>
            <a:off x="6360239" y="3058909"/>
            <a:ext cx="526629" cy="388525"/>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00;p49"/>
          <p:cNvSpPr/>
          <p:nvPr/>
        </p:nvSpPr>
        <p:spPr>
          <a:xfrm>
            <a:off x="7632522" y="4021182"/>
            <a:ext cx="526629" cy="388525"/>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7"/>
                                        </p:tgtEl>
                                        <p:attrNameLst>
                                          <p:attrName>style.visibility</p:attrName>
                                        </p:attrNameLst>
                                      </p:cBhvr>
                                      <p:to>
                                        <p:strVal val="visible"/>
                                      </p:to>
                                    </p:set>
                                    <p:animEffect transition="in" filter="wipe(left)">
                                      <p:cBhvr>
                                        <p:cTn id="7" dur="500"/>
                                        <p:tgtEl>
                                          <p:spTgt spid="10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98">
                                            <p:txEl>
                                              <p:pRg st="0" end="0"/>
                                            </p:txEl>
                                          </p:spTgt>
                                        </p:tgtEl>
                                        <p:attrNameLst>
                                          <p:attrName>style.visibility</p:attrName>
                                        </p:attrNameLst>
                                      </p:cBhvr>
                                      <p:to>
                                        <p:strVal val="visible"/>
                                      </p:to>
                                    </p:set>
                                    <p:animEffect transition="in" filter="wipe(left)">
                                      <p:cBhvr>
                                        <p:cTn id="12" dur="500"/>
                                        <p:tgtEl>
                                          <p:spTgt spid="109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03">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0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04">
                                            <p:bg/>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0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05">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0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9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0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 grpId="0"/>
      <p:bldP spid="1100" grpId="0" animBg="1"/>
      <p:bldP spid="1103" grpId="0" uiExpand="1" build="allAtOnce" animBg="1"/>
      <p:bldP spid="1104" grpId="0" uiExpand="1" build="allAtOnce" animBg="1"/>
      <p:bldP spid="1105" grpId="0" build="allAtOnce" animBg="1"/>
      <p:bldP spid="12"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5"/>
          <p:cNvSpPr txBox="1">
            <a:spLocks noGrp="1"/>
          </p:cNvSpPr>
          <p:nvPr>
            <p:ph type="subTitle" idx="1"/>
          </p:nvPr>
        </p:nvSpPr>
        <p:spPr>
          <a:xfrm>
            <a:off x="3234092" y="2679783"/>
            <a:ext cx="3207803" cy="6930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dirty="0" smtClean="0"/>
              <a:t>I</a:t>
            </a:r>
            <a:r>
              <a:rPr lang="en" dirty="0" smtClean="0"/>
              <a:t>deal for comparing quantities and categorical data</a:t>
            </a:r>
            <a:endParaRPr dirty="0"/>
          </a:p>
        </p:txBody>
      </p:sp>
      <p:sp>
        <p:nvSpPr>
          <p:cNvPr id="574" name="Google Shape;574;p35"/>
          <p:cNvSpPr txBox="1">
            <a:spLocks noGrp="1"/>
          </p:cNvSpPr>
          <p:nvPr>
            <p:ph type="title"/>
          </p:nvPr>
        </p:nvSpPr>
        <p:spPr>
          <a:xfrm>
            <a:off x="3088698" y="1251522"/>
            <a:ext cx="4150500" cy="13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smtClean="0"/>
              <a:t>BAR CHART</a:t>
            </a:r>
            <a:endParaRPr dirty="0"/>
          </a:p>
        </p:txBody>
      </p:sp>
      <p:sp>
        <p:nvSpPr>
          <p:cNvPr id="575" name="Google Shape;575;p35"/>
          <p:cNvSpPr txBox="1">
            <a:spLocks noGrp="1"/>
          </p:cNvSpPr>
          <p:nvPr>
            <p:ph type="title" idx="2"/>
          </p:nvPr>
        </p:nvSpPr>
        <p:spPr>
          <a:xfrm>
            <a:off x="1475300" y="1690000"/>
            <a:ext cx="1294500" cy="90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grpSp>
        <p:nvGrpSpPr>
          <p:cNvPr id="576" name="Google Shape;576;p35"/>
          <p:cNvGrpSpPr/>
          <p:nvPr/>
        </p:nvGrpSpPr>
        <p:grpSpPr>
          <a:xfrm>
            <a:off x="7783346" y="490666"/>
            <a:ext cx="901968" cy="901968"/>
            <a:chOff x="1350404" y="-3124999"/>
            <a:chExt cx="1570279" cy="1570279"/>
          </a:xfrm>
        </p:grpSpPr>
        <p:sp>
          <p:nvSpPr>
            <p:cNvPr id="577" name="Google Shape;577;p35"/>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35"/>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35"/>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35"/>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81" name="Google Shape;581;p35"/>
          <p:cNvGrpSpPr/>
          <p:nvPr/>
        </p:nvGrpSpPr>
        <p:grpSpPr>
          <a:xfrm>
            <a:off x="713029" y="3447254"/>
            <a:ext cx="1266652" cy="1056012"/>
            <a:chOff x="5378191" y="1701500"/>
            <a:chExt cx="611171" cy="509535"/>
          </a:xfrm>
        </p:grpSpPr>
        <p:sp>
          <p:nvSpPr>
            <p:cNvPr id="582" name="Google Shape;582;p35"/>
            <p:cNvSpPr/>
            <p:nvPr/>
          </p:nvSpPr>
          <p:spPr>
            <a:xfrm>
              <a:off x="5378191" y="1701500"/>
              <a:ext cx="611171" cy="509535"/>
            </a:xfrm>
            <a:custGeom>
              <a:avLst/>
              <a:gdLst/>
              <a:ahLst/>
              <a:cxnLst/>
              <a:rect l="l" t="t" r="r" b="b"/>
              <a:pathLst>
                <a:path w="1266676" h="1056032" extrusionOk="0">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35"/>
            <p:cNvSpPr/>
            <p:nvPr/>
          </p:nvSpPr>
          <p:spPr>
            <a:xfrm>
              <a:off x="5497928" y="1776815"/>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35"/>
            <p:cNvSpPr/>
            <p:nvPr/>
          </p:nvSpPr>
          <p:spPr>
            <a:xfrm>
              <a:off x="5608451" y="1776815"/>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35"/>
            <p:cNvSpPr/>
            <p:nvPr/>
          </p:nvSpPr>
          <p:spPr>
            <a:xfrm>
              <a:off x="571901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35"/>
            <p:cNvSpPr/>
            <p:nvPr/>
          </p:nvSpPr>
          <p:spPr>
            <a:xfrm>
              <a:off x="582957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35"/>
            <p:cNvSpPr/>
            <p:nvPr/>
          </p:nvSpPr>
          <p:spPr>
            <a:xfrm>
              <a:off x="5497928" y="1882549"/>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35"/>
            <p:cNvSpPr/>
            <p:nvPr/>
          </p:nvSpPr>
          <p:spPr>
            <a:xfrm>
              <a:off x="5608451" y="1882549"/>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35"/>
            <p:cNvSpPr/>
            <p:nvPr/>
          </p:nvSpPr>
          <p:spPr>
            <a:xfrm>
              <a:off x="571901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35"/>
            <p:cNvSpPr/>
            <p:nvPr/>
          </p:nvSpPr>
          <p:spPr>
            <a:xfrm>
              <a:off x="582957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35"/>
            <p:cNvSpPr/>
            <p:nvPr/>
          </p:nvSpPr>
          <p:spPr>
            <a:xfrm>
              <a:off x="5497928" y="198832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35"/>
            <p:cNvSpPr/>
            <p:nvPr/>
          </p:nvSpPr>
          <p:spPr>
            <a:xfrm>
              <a:off x="5608451" y="198832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35"/>
            <p:cNvSpPr/>
            <p:nvPr/>
          </p:nvSpPr>
          <p:spPr>
            <a:xfrm>
              <a:off x="571901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35"/>
            <p:cNvSpPr/>
            <p:nvPr/>
          </p:nvSpPr>
          <p:spPr>
            <a:xfrm>
              <a:off x="582957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35"/>
            <p:cNvSpPr/>
            <p:nvPr/>
          </p:nvSpPr>
          <p:spPr>
            <a:xfrm>
              <a:off x="5497928" y="209409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35"/>
            <p:cNvSpPr/>
            <p:nvPr/>
          </p:nvSpPr>
          <p:spPr>
            <a:xfrm>
              <a:off x="5608451" y="209409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35"/>
            <p:cNvSpPr/>
            <p:nvPr/>
          </p:nvSpPr>
          <p:spPr>
            <a:xfrm>
              <a:off x="571901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35"/>
            <p:cNvSpPr/>
            <p:nvPr/>
          </p:nvSpPr>
          <p:spPr>
            <a:xfrm>
              <a:off x="582957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74"/>
                                        </p:tgtEl>
                                        <p:attrNameLst>
                                          <p:attrName>style.visibility</p:attrName>
                                        </p:attrNameLst>
                                      </p:cBhvr>
                                      <p:to>
                                        <p:strVal val="visible"/>
                                      </p:to>
                                    </p:set>
                                    <p:animEffect transition="in" filter="fade">
                                      <p:cBhvr>
                                        <p:cTn id="7" dur="1000"/>
                                        <p:tgtEl>
                                          <p:spTgt spid="574"/>
                                        </p:tgtEl>
                                      </p:cBhvr>
                                    </p:animEffect>
                                    <p:anim calcmode="lin" valueType="num">
                                      <p:cBhvr>
                                        <p:cTn id="8" dur="1000" fill="hold"/>
                                        <p:tgtEl>
                                          <p:spTgt spid="574"/>
                                        </p:tgtEl>
                                        <p:attrNameLst>
                                          <p:attrName>ppt_x</p:attrName>
                                        </p:attrNameLst>
                                      </p:cBhvr>
                                      <p:tavLst>
                                        <p:tav tm="0">
                                          <p:val>
                                            <p:strVal val="#ppt_x"/>
                                          </p:val>
                                        </p:tav>
                                        <p:tav tm="100000">
                                          <p:val>
                                            <p:strVal val="#ppt_x"/>
                                          </p:val>
                                        </p:tav>
                                      </p:tavLst>
                                    </p:anim>
                                    <p:anim calcmode="lin" valueType="num">
                                      <p:cBhvr>
                                        <p:cTn id="9" dur="1000" fill="hold"/>
                                        <p:tgtEl>
                                          <p:spTgt spid="57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73">
                                            <p:bg/>
                                          </p:spTgt>
                                        </p:tgtEl>
                                        <p:attrNameLst>
                                          <p:attrName>style.visibility</p:attrName>
                                        </p:attrNameLst>
                                      </p:cBhvr>
                                      <p:to>
                                        <p:strVal val="visible"/>
                                      </p:to>
                                    </p:set>
                                    <p:animEffect transition="in" filter="fade">
                                      <p:cBhvr>
                                        <p:cTn id="12" dur="1000"/>
                                        <p:tgtEl>
                                          <p:spTgt spid="573">
                                            <p:bg/>
                                          </p:spTgt>
                                        </p:tgtEl>
                                      </p:cBhvr>
                                    </p:animEffect>
                                    <p:anim calcmode="lin" valueType="num">
                                      <p:cBhvr>
                                        <p:cTn id="13" dur="1000" fill="hold"/>
                                        <p:tgtEl>
                                          <p:spTgt spid="573">
                                            <p:bg/>
                                          </p:spTgt>
                                        </p:tgtEl>
                                        <p:attrNameLst>
                                          <p:attrName>ppt_x</p:attrName>
                                        </p:attrNameLst>
                                      </p:cBhvr>
                                      <p:tavLst>
                                        <p:tav tm="0">
                                          <p:val>
                                            <p:strVal val="#ppt_x"/>
                                          </p:val>
                                        </p:tav>
                                        <p:tav tm="100000">
                                          <p:val>
                                            <p:strVal val="#ppt_x"/>
                                          </p:val>
                                        </p:tav>
                                      </p:tavLst>
                                    </p:anim>
                                    <p:anim calcmode="lin" valueType="num">
                                      <p:cBhvr>
                                        <p:cTn id="14" dur="1000" fill="hold"/>
                                        <p:tgtEl>
                                          <p:spTgt spid="573">
                                            <p:bg/>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73">
                                            <p:txEl>
                                              <p:pRg st="0" end="0"/>
                                            </p:txEl>
                                          </p:spTgt>
                                        </p:tgtEl>
                                        <p:attrNameLst>
                                          <p:attrName>style.visibility</p:attrName>
                                        </p:attrNameLst>
                                      </p:cBhvr>
                                      <p:to>
                                        <p:strVal val="visible"/>
                                      </p:to>
                                    </p:set>
                                    <p:animEffect transition="in" filter="fade">
                                      <p:cBhvr>
                                        <p:cTn id="17" dur="1000"/>
                                        <p:tgtEl>
                                          <p:spTgt spid="573">
                                            <p:txEl>
                                              <p:pRg st="0" end="0"/>
                                            </p:txEl>
                                          </p:spTgt>
                                        </p:tgtEl>
                                      </p:cBhvr>
                                    </p:animEffect>
                                    <p:anim calcmode="lin" valueType="num">
                                      <p:cBhvr>
                                        <p:cTn id="18" dur="1000" fill="hold"/>
                                        <p:tgtEl>
                                          <p:spTgt spid="57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73">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75"/>
                                        </p:tgtEl>
                                        <p:attrNameLst>
                                          <p:attrName>style.visibility</p:attrName>
                                        </p:attrNameLst>
                                      </p:cBhvr>
                                      <p:to>
                                        <p:strVal val="visible"/>
                                      </p:to>
                                    </p:set>
                                    <p:animEffect transition="in" filter="fade">
                                      <p:cBhvr>
                                        <p:cTn id="22" dur="1000"/>
                                        <p:tgtEl>
                                          <p:spTgt spid="575"/>
                                        </p:tgtEl>
                                      </p:cBhvr>
                                    </p:animEffect>
                                    <p:anim calcmode="lin" valueType="num">
                                      <p:cBhvr>
                                        <p:cTn id="23" dur="1000" fill="hold"/>
                                        <p:tgtEl>
                                          <p:spTgt spid="575"/>
                                        </p:tgtEl>
                                        <p:attrNameLst>
                                          <p:attrName>ppt_x</p:attrName>
                                        </p:attrNameLst>
                                      </p:cBhvr>
                                      <p:tavLst>
                                        <p:tav tm="0">
                                          <p:val>
                                            <p:strVal val="#ppt_x"/>
                                          </p:val>
                                        </p:tav>
                                        <p:tav tm="100000">
                                          <p:val>
                                            <p:strVal val="#ppt_x"/>
                                          </p:val>
                                        </p:tav>
                                      </p:tavLst>
                                    </p:anim>
                                    <p:anim calcmode="lin" valueType="num">
                                      <p:cBhvr>
                                        <p:cTn id="24" dur="1000" fill="hold"/>
                                        <p:tgtEl>
                                          <p:spTgt spid="5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 grpId="0" build="p" animBg="1"/>
      <p:bldP spid="574" grpId="0"/>
      <p:bldP spid="57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5"/>
          <p:cNvSpPr txBox="1">
            <a:spLocks noGrp="1"/>
          </p:cNvSpPr>
          <p:nvPr>
            <p:ph type="subTitle" idx="1"/>
          </p:nvPr>
        </p:nvSpPr>
        <p:spPr>
          <a:xfrm>
            <a:off x="2062153" y="519775"/>
            <a:ext cx="5117113" cy="69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dirty="0" smtClean="0"/>
              <a:t>BAR CHART</a:t>
            </a:r>
          </a:p>
          <a:p>
            <a:pPr marL="285750" lvl="0" indent="-285750" algn="l" rtl="0">
              <a:spcBef>
                <a:spcPts val="0"/>
              </a:spcBef>
              <a:spcAft>
                <a:spcPts val="0"/>
              </a:spcAft>
              <a:buFont typeface="Arial" panose="020B0604020202020204" pitchFamily="34" charset="0"/>
              <a:buChar char="•"/>
            </a:pPr>
            <a:r>
              <a:rPr lang="en-US" dirty="0" smtClean="0"/>
              <a:t>I</a:t>
            </a:r>
            <a:r>
              <a:rPr lang="en" dirty="0" smtClean="0"/>
              <a:t>deal for comparing quantities and categorical data</a:t>
            </a:r>
            <a:endParaRPr dirty="0"/>
          </a:p>
        </p:txBody>
      </p:sp>
      <p:sp>
        <p:nvSpPr>
          <p:cNvPr id="575" name="Google Shape;575;p35"/>
          <p:cNvSpPr txBox="1">
            <a:spLocks noGrp="1"/>
          </p:cNvSpPr>
          <p:nvPr>
            <p:ph type="title" idx="2"/>
          </p:nvPr>
        </p:nvSpPr>
        <p:spPr>
          <a:xfrm>
            <a:off x="614548" y="442054"/>
            <a:ext cx="1294500" cy="90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grpSp>
        <p:nvGrpSpPr>
          <p:cNvPr id="576" name="Google Shape;576;p35"/>
          <p:cNvGrpSpPr/>
          <p:nvPr/>
        </p:nvGrpSpPr>
        <p:grpSpPr>
          <a:xfrm>
            <a:off x="7783346" y="490666"/>
            <a:ext cx="901968" cy="901968"/>
            <a:chOff x="1350404" y="-3124999"/>
            <a:chExt cx="1570279" cy="1570279"/>
          </a:xfrm>
        </p:grpSpPr>
        <p:sp>
          <p:nvSpPr>
            <p:cNvPr id="577" name="Google Shape;577;p35"/>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35"/>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35"/>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35"/>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81" name="Google Shape;581;p35"/>
          <p:cNvGrpSpPr/>
          <p:nvPr/>
        </p:nvGrpSpPr>
        <p:grpSpPr>
          <a:xfrm>
            <a:off x="713029" y="3447254"/>
            <a:ext cx="1266652" cy="1056012"/>
            <a:chOff x="5378191" y="1701500"/>
            <a:chExt cx="611171" cy="509535"/>
          </a:xfrm>
        </p:grpSpPr>
        <p:sp>
          <p:nvSpPr>
            <p:cNvPr id="582" name="Google Shape;582;p35"/>
            <p:cNvSpPr/>
            <p:nvPr/>
          </p:nvSpPr>
          <p:spPr>
            <a:xfrm>
              <a:off x="5378191" y="1701500"/>
              <a:ext cx="611171" cy="509535"/>
            </a:xfrm>
            <a:custGeom>
              <a:avLst/>
              <a:gdLst/>
              <a:ahLst/>
              <a:cxnLst/>
              <a:rect l="l" t="t" r="r" b="b"/>
              <a:pathLst>
                <a:path w="1266676" h="1056032" extrusionOk="0">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35"/>
            <p:cNvSpPr/>
            <p:nvPr/>
          </p:nvSpPr>
          <p:spPr>
            <a:xfrm>
              <a:off x="5497928" y="1776815"/>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35"/>
            <p:cNvSpPr/>
            <p:nvPr/>
          </p:nvSpPr>
          <p:spPr>
            <a:xfrm>
              <a:off x="5608451" y="1776815"/>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35"/>
            <p:cNvSpPr/>
            <p:nvPr/>
          </p:nvSpPr>
          <p:spPr>
            <a:xfrm>
              <a:off x="571901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35"/>
            <p:cNvSpPr/>
            <p:nvPr/>
          </p:nvSpPr>
          <p:spPr>
            <a:xfrm>
              <a:off x="582957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35"/>
            <p:cNvSpPr/>
            <p:nvPr/>
          </p:nvSpPr>
          <p:spPr>
            <a:xfrm>
              <a:off x="5497928" y="1882549"/>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35"/>
            <p:cNvSpPr/>
            <p:nvPr/>
          </p:nvSpPr>
          <p:spPr>
            <a:xfrm>
              <a:off x="5608451" y="1882549"/>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35"/>
            <p:cNvSpPr/>
            <p:nvPr/>
          </p:nvSpPr>
          <p:spPr>
            <a:xfrm>
              <a:off x="571901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35"/>
            <p:cNvSpPr/>
            <p:nvPr/>
          </p:nvSpPr>
          <p:spPr>
            <a:xfrm>
              <a:off x="582957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35"/>
            <p:cNvSpPr/>
            <p:nvPr/>
          </p:nvSpPr>
          <p:spPr>
            <a:xfrm>
              <a:off x="5497928" y="198832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35"/>
            <p:cNvSpPr/>
            <p:nvPr/>
          </p:nvSpPr>
          <p:spPr>
            <a:xfrm>
              <a:off x="5608451" y="198832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35"/>
            <p:cNvSpPr/>
            <p:nvPr/>
          </p:nvSpPr>
          <p:spPr>
            <a:xfrm>
              <a:off x="571901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35"/>
            <p:cNvSpPr/>
            <p:nvPr/>
          </p:nvSpPr>
          <p:spPr>
            <a:xfrm>
              <a:off x="582957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35"/>
            <p:cNvSpPr/>
            <p:nvPr/>
          </p:nvSpPr>
          <p:spPr>
            <a:xfrm>
              <a:off x="5497928" y="209409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35"/>
            <p:cNvSpPr/>
            <p:nvPr/>
          </p:nvSpPr>
          <p:spPr>
            <a:xfrm>
              <a:off x="5608451" y="209409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35"/>
            <p:cNvSpPr/>
            <p:nvPr/>
          </p:nvSpPr>
          <p:spPr>
            <a:xfrm>
              <a:off x="571901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35"/>
            <p:cNvSpPr/>
            <p:nvPr/>
          </p:nvSpPr>
          <p:spPr>
            <a:xfrm>
              <a:off x="582957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9" name="Picture 28"/>
          <p:cNvPicPr/>
          <p:nvPr/>
        </p:nvPicPr>
        <p:blipFill>
          <a:blip r:embed="rId3"/>
          <a:stretch>
            <a:fillRect/>
          </a:stretch>
        </p:blipFill>
        <p:spPr>
          <a:xfrm>
            <a:off x="482886" y="1482248"/>
            <a:ext cx="7867920" cy="3531540"/>
          </a:xfrm>
          <a:prstGeom prst="rect">
            <a:avLst/>
          </a:prstGeom>
        </p:spPr>
      </p:pic>
    </p:spTree>
    <p:extLst>
      <p:ext uri="{BB962C8B-B14F-4D97-AF65-F5344CB8AC3E}">
        <p14:creationId xmlns:p14="http://schemas.microsoft.com/office/powerpoint/2010/main" val="189779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75"/>
                                        </p:tgtEl>
                                        <p:attrNameLst>
                                          <p:attrName>style.visibility</p:attrName>
                                        </p:attrNameLst>
                                      </p:cBhvr>
                                      <p:to>
                                        <p:strVal val="visible"/>
                                      </p:to>
                                    </p:set>
                                    <p:animEffect transition="in" filter="fade">
                                      <p:cBhvr>
                                        <p:cTn id="7" dur="1000"/>
                                        <p:tgtEl>
                                          <p:spTgt spid="575"/>
                                        </p:tgtEl>
                                      </p:cBhvr>
                                    </p:animEffect>
                                    <p:anim calcmode="lin" valueType="num">
                                      <p:cBhvr>
                                        <p:cTn id="8" dur="1000" fill="hold"/>
                                        <p:tgtEl>
                                          <p:spTgt spid="575"/>
                                        </p:tgtEl>
                                        <p:attrNameLst>
                                          <p:attrName>ppt_x</p:attrName>
                                        </p:attrNameLst>
                                      </p:cBhvr>
                                      <p:tavLst>
                                        <p:tav tm="0">
                                          <p:val>
                                            <p:strVal val="#ppt_x"/>
                                          </p:val>
                                        </p:tav>
                                        <p:tav tm="100000">
                                          <p:val>
                                            <p:strVal val="#ppt_x"/>
                                          </p:val>
                                        </p:tav>
                                      </p:tavLst>
                                    </p:anim>
                                    <p:anim calcmode="lin" valueType="num">
                                      <p:cBhvr>
                                        <p:cTn id="9" dur="1000" fill="hold"/>
                                        <p:tgtEl>
                                          <p:spTgt spid="57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73">
                                            <p:bg/>
                                          </p:spTgt>
                                        </p:tgtEl>
                                        <p:attrNameLst>
                                          <p:attrName>style.visibility</p:attrName>
                                        </p:attrNameLst>
                                      </p:cBhvr>
                                      <p:to>
                                        <p:strVal val="visible"/>
                                      </p:to>
                                    </p:set>
                                    <p:animEffect transition="in" filter="fade">
                                      <p:cBhvr>
                                        <p:cTn id="12" dur="1000"/>
                                        <p:tgtEl>
                                          <p:spTgt spid="573">
                                            <p:bg/>
                                          </p:spTgt>
                                        </p:tgtEl>
                                      </p:cBhvr>
                                    </p:animEffect>
                                    <p:anim calcmode="lin" valueType="num">
                                      <p:cBhvr>
                                        <p:cTn id="13" dur="1000" fill="hold"/>
                                        <p:tgtEl>
                                          <p:spTgt spid="573">
                                            <p:bg/>
                                          </p:spTgt>
                                        </p:tgtEl>
                                        <p:attrNameLst>
                                          <p:attrName>ppt_x</p:attrName>
                                        </p:attrNameLst>
                                      </p:cBhvr>
                                      <p:tavLst>
                                        <p:tav tm="0">
                                          <p:val>
                                            <p:strVal val="#ppt_x"/>
                                          </p:val>
                                        </p:tav>
                                        <p:tav tm="100000">
                                          <p:val>
                                            <p:strVal val="#ppt_x"/>
                                          </p:val>
                                        </p:tav>
                                      </p:tavLst>
                                    </p:anim>
                                    <p:anim calcmode="lin" valueType="num">
                                      <p:cBhvr>
                                        <p:cTn id="14" dur="1000" fill="hold"/>
                                        <p:tgtEl>
                                          <p:spTgt spid="573">
                                            <p:bg/>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73">
                                            <p:txEl>
                                              <p:pRg st="0" end="0"/>
                                            </p:txEl>
                                          </p:spTgt>
                                        </p:tgtEl>
                                        <p:attrNameLst>
                                          <p:attrName>style.visibility</p:attrName>
                                        </p:attrNameLst>
                                      </p:cBhvr>
                                      <p:to>
                                        <p:strVal val="visible"/>
                                      </p:to>
                                    </p:set>
                                    <p:animEffect transition="in" filter="fade">
                                      <p:cBhvr>
                                        <p:cTn id="17" dur="1000"/>
                                        <p:tgtEl>
                                          <p:spTgt spid="573">
                                            <p:txEl>
                                              <p:pRg st="0" end="0"/>
                                            </p:txEl>
                                          </p:spTgt>
                                        </p:tgtEl>
                                      </p:cBhvr>
                                    </p:animEffect>
                                    <p:anim calcmode="lin" valueType="num">
                                      <p:cBhvr>
                                        <p:cTn id="18" dur="1000" fill="hold"/>
                                        <p:tgtEl>
                                          <p:spTgt spid="57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73">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73">
                                            <p:txEl>
                                              <p:pRg st="1" end="1"/>
                                            </p:txEl>
                                          </p:spTgt>
                                        </p:tgtEl>
                                        <p:attrNameLst>
                                          <p:attrName>style.visibility</p:attrName>
                                        </p:attrNameLst>
                                      </p:cBhvr>
                                      <p:to>
                                        <p:strVal val="visible"/>
                                      </p:to>
                                    </p:set>
                                    <p:animEffect transition="in" filter="fade">
                                      <p:cBhvr>
                                        <p:cTn id="22" dur="1000"/>
                                        <p:tgtEl>
                                          <p:spTgt spid="573">
                                            <p:txEl>
                                              <p:pRg st="1" end="1"/>
                                            </p:txEl>
                                          </p:spTgt>
                                        </p:tgtEl>
                                      </p:cBhvr>
                                    </p:animEffect>
                                    <p:anim calcmode="lin" valueType="num">
                                      <p:cBhvr>
                                        <p:cTn id="23" dur="1000" fill="hold"/>
                                        <p:tgtEl>
                                          <p:spTgt spid="57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573">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1000"/>
                                        <p:tgtEl>
                                          <p:spTgt spid="29"/>
                                        </p:tgtEl>
                                      </p:cBhvr>
                                    </p:animEffect>
                                    <p:anim calcmode="lin" valueType="num">
                                      <p:cBhvr>
                                        <p:cTn id="28" dur="1000" fill="hold"/>
                                        <p:tgtEl>
                                          <p:spTgt spid="29"/>
                                        </p:tgtEl>
                                        <p:attrNameLst>
                                          <p:attrName>ppt_x</p:attrName>
                                        </p:attrNameLst>
                                      </p:cBhvr>
                                      <p:tavLst>
                                        <p:tav tm="0">
                                          <p:val>
                                            <p:strVal val="#ppt_x"/>
                                          </p:val>
                                        </p:tav>
                                        <p:tav tm="100000">
                                          <p:val>
                                            <p:strVal val="#ppt_x"/>
                                          </p:val>
                                        </p:tav>
                                      </p:tavLst>
                                    </p:anim>
                                    <p:anim calcmode="lin" valueType="num">
                                      <p:cBhvr>
                                        <p:cTn id="2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 grpId="0" build="allAtOnce" animBg="1"/>
      <p:bldP spid="57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5"/>
          <p:cNvSpPr txBox="1">
            <a:spLocks noGrp="1"/>
          </p:cNvSpPr>
          <p:nvPr>
            <p:ph type="subTitle" idx="1"/>
          </p:nvPr>
        </p:nvSpPr>
        <p:spPr>
          <a:xfrm>
            <a:off x="3295738" y="2642130"/>
            <a:ext cx="3124800" cy="961214"/>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dirty="0" smtClean="0"/>
              <a:t>Showing trends over time</a:t>
            </a:r>
          </a:p>
          <a:p>
            <a:pPr marL="285750" lvl="0" indent="-285750" algn="l" rtl="0">
              <a:spcBef>
                <a:spcPts val="0"/>
              </a:spcBef>
              <a:spcAft>
                <a:spcPts val="0"/>
              </a:spcAft>
              <a:buFont typeface="Arial" panose="020B0604020202020204" pitchFamily="34" charset="0"/>
              <a:buChar char="•"/>
            </a:pPr>
            <a:r>
              <a:rPr lang="en-US" dirty="0" smtClean="0"/>
              <a:t>(time series data/sequence of data)</a:t>
            </a:r>
            <a:endParaRPr dirty="0"/>
          </a:p>
        </p:txBody>
      </p:sp>
      <p:sp>
        <p:nvSpPr>
          <p:cNvPr id="574" name="Google Shape;574;p35"/>
          <p:cNvSpPr txBox="1">
            <a:spLocks noGrp="1"/>
          </p:cNvSpPr>
          <p:nvPr>
            <p:ph type="title"/>
          </p:nvPr>
        </p:nvSpPr>
        <p:spPr>
          <a:xfrm>
            <a:off x="3151900" y="1205988"/>
            <a:ext cx="4150500" cy="13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smtClean="0"/>
              <a:t>LINE CHART</a:t>
            </a:r>
            <a:endParaRPr dirty="0"/>
          </a:p>
        </p:txBody>
      </p:sp>
      <p:sp>
        <p:nvSpPr>
          <p:cNvPr id="575" name="Google Shape;575;p35"/>
          <p:cNvSpPr txBox="1">
            <a:spLocks noGrp="1"/>
          </p:cNvSpPr>
          <p:nvPr>
            <p:ph type="title" idx="2"/>
          </p:nvPr>
        </p:nvSpPr>
        <p:spPr>
          <a:xfrm>
            <a:off x="1475300" y="1690000"/>
            <a:ext cx="1294500" cy="90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02.</a:t>
            </a:r>
            <a:endParaRPr dirty="0"/>
          </a:p>
        </p:txBody>
      </p:sp>
      <p:grpSp>
        <p:nvGrpSpPr>
          <p:cNvPr id="576" name="Google Shape;576;p35"/>
          <p:cNvGrpSpPr/>
          <p:nvPr/>
        </p:nvGrpSpPr>
        <p:grpSpPr>
          <a:xfrm>
            <a:off x="7783346" y="490666"/>
            <a:ext cx="901968" cy="901968"/>
            <a:chOff x="1350404" y="-3124999"/>
            <a:chExt cx="1570279" cy="1570279"/>
          </a:xfrm>
        </p:grpSpPr>
        <p:sp>
          <p:nvSpPr>
            <p:cNvPr id="577" name="Google Shape;577;p35"/>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35"/>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35"/>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35"/>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81" name="Google Shape;581;p35"/>
          <p:cNvGrpSpPr/>
          <p:nvPr/>
        </p:nvGrpSpPr>
        <p:grpSpPr>
          <a:xfrm>
            <a:off x="713029" y="3447254"/>
            <a:ext cx="1266652" cy="1056012"/>
            <a:chOff x="5378191" y="1701500"/>
            <a:chExt cx="611171" cy="509535"/>
          </a:xfrm>
        </p:grpSpPr>
        <p:sp>
          <p:nvSpPr>
            <p:cNvPr id="582" name="Google Shape;582;p35"/>
            <p:cNvSpPr/>
            <p:nvPr/>
          </p:nvSpPr>
          <p:spPr>
            <a:xfrm>
              <a:off x="5378191" y="1701500"/>
              <a:ext cx="611171" cy="509535"/>
            </a:xfrm>
            <a:custGeom>
              <a:avLst/>
              <a:gdLst/>
              <a:ahLst/>
              <a:cxnLst/>
              <a:rect l="l" t="t" r="r" b="b"/>
              <a:pathLst>
                <a:path w="1266676" h="1056032" extrusionOk="0">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35"/>
            <p:cNvSpPr/>
            <p:nvPr/>
          </p:nvSpPr>
          <p:spPr>
            <a:xfrm>
              <a:off x="5497928" y="1776815"/>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35"/>
            <p:cNvSpPr/>
            <p:nvPr/>
          </p:nvSpPr>
          <p:spPr>
            <a:xfrm>
              <a:off x="5608451" y="1776815"/>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35"/>
            <p:cNvSpPr/>
            <p:nvPr/>
          </p:nvSpPr>
          <p:spPr>
            <a:xfrm>
              <a:off x="571901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35"/>
            <p:cNvSpPr/>
            <p:nvPr/>
          </p:nvSpPr>
          <p:spPr>
            <a:xfrm>
              <a:off x="582957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35"/>
            <p:cNvSpPr/>
            <p:nvPr/>
          </p:nvSpPr>
          <p:spPr>
            <a:xfrm>
              <a:off x="5497928" y="1882549"/>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35"/>
            <p:cNvSpPr/>
            <p:nvPr/>
          </p:nvSpPr>
          <p:spPr>
            <a:xfrm>
              <a:off x="5608451" y="1882549"/>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35"/>
            <p:cNvSpPr/>
            <p:nvPr/>
          </p:nvSpPr>
          <p:spPr>
            <a:xfrm>
              <a:off x="571901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35"/>
            <p:cNvSpPr/>
            <p:nvPr/>
          </p:nvSpPr>
          <p:spPr>
            <a:xfrm>
              <a:off x="582957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35"/>
            <p:cNvSpPr/>
            <p:nvPr/>
          </p:nvSpPr>
          <p:spPr>
            <a:xfrm>
              <a:off x="5497928" y="198832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35"/>
            <p:cNvSpPr/>
            <p:nvPr/>
          </p:nvSpPr>
          <p:spPr>
            <a:xfrm>
              <a:off x="5608451" y="198832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35"/>
            <p:cNvSpPr/>
            <p:nvPr/>
          </p:nvSpPr>
          <p:spPr>
            <a:xfrm>
              <a:off x="571901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35"/>
            <p:cNvSpPr/>
            <p:nvPr/>
          </p:nvSpPr>
          <p:spPr>
            <a:xfrm>
              <a:off x="582957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35"/>
            <p:cNvSpPr/>
            <p:nvPr/>
          </p:nvSpPr>
          <p:spPr>
            <a:xfrm>
              <a:off x="5497928" y="209409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35"/>
            <p:cNvSpPr/>
            <p:nvPr/>
          </p:nvSpPr>
          <p:spPr>
            <a:xfrm>
              <a:off x="5608451" y="209409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35"/>
            <p:cNvSpPr/>
            <p:nvPr/>
          </p:nvSpPr>
          <p:spPr>
            <a:xfrm>
              <a:off x="571901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35"/>
            <p:cNvSpPr/>
            <p:nvPr/>
          </p:nvSpPr>
          <p:spPr>
            <a:xfrm>
              <a:off x="582957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981455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75"/>
                                        </p:tgtEl>
                                        <p:attrNameLst>
                                          <p:attrName>style.visibility</p:attrName>
                                        </p:attrNameLst>
                                      </p:cBhvr>
                                      <p:to>
                                        <p:strVal val="visible"/>
                                      </p:to>
                                    </p:set>
                                    <p:animEffect transition="in" filter="fade">
                                      <p:cBhvr>
                                        <p:cTn id="7" dur="1000"/>
                                        <p:tgtEl>
                                          <p:spTgt spid="575"/>
                                        </p:tgtEl>
                                      </p:cBhvr>
                                    </p:animEffect>
                                    <p:anim calcmode="lin" valueType="num">
                                      <p:cBhvr>
                                        <p:cTn id="8" dur="1000" fill="hold"/>
                                        <p:tgtEl>
                                          <p:spTgt spid="575"/>
                                        </p:tgtEl>
                                        <p:attrNameLst>
                                          <p:attrName>ppt_x</p:attrName>
                                        </p:attrNameLst>
                                      </p:cBhvr>
                                      <p:tavLst>
                                        <p:tav tm="0">
                                          <p:val>
                                            <p:strVal val="#ppt_x"/>
                                          </p:val>
                                        </p:tav>
                                        <p:tav tm="100000">
                                          <p:val>
                                            <p:strVal val="#ppt_x"/>
                                          </p:val>
                                        </p:tav>
                                      </p:tavLst>
                                    </p:anim>
                                    <p:anim calcmode="lin" valueType="num">
                                      <p:cBhvr>
                                        <p:cTn id="9" dur="1000" fill="hold"/>
                                        <p:tgtEl>
                                          <p:spTgt spid="57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74"/>
                                        </p:tgtEl>
                                        <p:attrNameLst>
                                          <p:attrName>style.visibility</p:attrName>
                                        </p:attrNameLst>
                                      </p:cBhvr>
                                      <p:to>
                                        <p:strVal val="visible"/>
                                      </p:to>
                                    </p:set>
                                    <p:animEffect transition="in" filter="fade">
                                      <p:cBhvr>
                                        <p:cTn id="12" dur="1000"/>
                                        <p:tgtEl>
                                          <p:spTgt spid="574"/>
                                        </p:tgtEl>
                                      </p:cBhvr>
                                    </p:animEffect>
                                    <p:anim calcmode="lin" valueType="num">
                                      <p:cBhvr>
                                        <p:cTn id="13" dur="1000" fill="hold"/>
                                        <p:tgtEl>
                                          <p:spTgt spid="574"/>
                                        </p:tgtEl>
                                        <p:attrNameLst>
                                          <p:attrName>ppt_x</p:attrName>
                                        </p:attrNameLst>
                                      </p:cBhvr>
                                      <p:tavLst>
                                        <p:tav tm="0">
                                          <p:val>
                                            <p:strVal val="#ppt_x"/>
                                          </p:val>
                                        </p:tav>
                                        <p:tav tm="100000">
                                          <p:val>
                                            <p:strVal val="#ppt_x"/>
                                          </p:val>
                                        </p:tav>
                                      </p:tavLst>
                                    </p:anim>
                                    <p:anim calcmode="lin" valueType="num">
                                      <p:cBhvr>
                                        <p:cTn id="14" dur="1000" fill="hold"/>
                                        <p:tgtEl>
                                          <p:spTgt spid="57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73">
                                            <p:bg/>
                                          </p:spTgt>
                                        </p:tgtEl>
                                        <p:attrNameLst>
                                          <p:attrName>style.visibility</p:attrName>
                                        </p:attrNameLst>
                                      </p:cBhvr>
                                      <p:to>
                                        <p:strVal val="visible"/>
                                      </p:to>
                                    </p:set>
                                    <p:animEffect transition="in" filter="fade">
                                      <p:cBhvr>
                                        <p:cTn id="17" dur="250"/>
                                        <p:tgtEl>
                                          <p:spTgt spid="573">
                                            <p:bg/>
                                          </p:spTgt>
                                        </p:tgtEl>
                                      </p:cBhvr>
                                    </p:animEffect>
                                    <p:anim calcmode="lin" valueType="num">
                                      <p:cBhvr>
                                        <p:cTn id="18" dur="250" fill="hold"/>
                                        <p:tgtEl>
                                          <p:spTgt spid="573">
                                            <p:bg/>
                                          </p:spTgt>
                                        </p:tgtEl>
                                        <p:attrNameLst>
                                          <p:attrName>ppt_x</p:attrName>
                                        </p:attrNameLst>
                                      </p:cBhvr>
                                      <p:tavLst>
                                        <p:tav tm="0">
                                          <p:val>
                                            <p:strVal val="#ppt_x"/>
                                          </p:val>
                                        </p:tav>
                                        <p:tav tm="100000">
                                          <p:val>
                                            <p:strVal val="#ppt_x"/>
                                          </p:val>
                                        </p:tav>
                                      </p:tavLst>
                                    </p:anim>
                                    <p:anim calcmode="lin" valueType="num">
                                      <p:cBhvr>
                                        <p:cTn id="19" dur="250" fill="hold"/>
                                        <p:tgtEl>
                                          <p:spTgt spid="573">
                                            <p:bg/>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73">
                                            <p:txEl>
                                              <p:pRg st="0" end="0"/>
                                            </p:txEl>
                                          </p:spTgt>
                                        </p:tgtEl>
                                        <p:attrNameLst>
                                          <p:attrName>style.visibility</p:attrName>
                                        </p:attrNameLst>
                                      </p:cBhvr>
                                      <p:to>
                                        <p:strVal val="visible"/>
                                      </p:to>
                                    </p:set>
                                    <p:animEffect transition="in" filter="fade">
                                      <p:cBhvr>
                                        <p:cTn id="22" dur="1000"/>
                                        <p:tgtEl>
                                          <p:spTgt spid="573">
                                            <p:txEl>
                                              <p:pRg st="0" end="0"/>
                                            </p:txEl>
                                          </p:spTgt>
                                        </p:tgtEl>
                                      </p:cBhvr>
                                    </p:animEffect>
                                    <p:anim calcmode="lin" valueType="num">
                                      <p:cBhvr>
                                        <p:cTn id="23" dur="1000" fill="hold"/>
                                        <p:tgtEl>
                                          <p:spTgt spid="573">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573">
                                            <p:txEl>
                                              <p:pRg st="0" end="0"/>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73">
                                            <p:txEl>
                                              <p:pRg st="1" end="1"/>
                                            </p:txEl>
                                          </p:spTgt>
                                        </p:tgtEl>
                                        <p:attrNameLst>
                                          <p:attrName>style.visibility</p:attrName>
                                        </p:attrNameLst>
                                      </p:cBhvr>
                                      <p:to>
                                        <p:strVal val="visible"/>
                                      </p:to>
                                    </p:set>
                                    <p:animEffect transition="in" filter="fade">
                                      <p:cBhvr>
                                        <p:cTn id="27" dur="1000"/>
                                        <p:tgtEl>
                                          <p:spTgt spid="573">
                                            <p:txEl>
                                              <p:pRg st="1" end="1"/>
                                            </p:txEl>
                                          </p:spTgt>
                                        </p:tgtEl>
                                      </p:cBhvr>
                                    </p:animEffect>
                                    <p:anim calcmode="lin" valueType="num">
                                      <p:cBhvr>
                                        <p:cTn id="28" dur="1000" fill="hold"/>
                                        <p:tgtEl>
                                          <p:spTgt spid="573">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57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 grpId="0" build="p" animBg="1"/>
      <p:bldP spid="574" grpId="0"/>
      <p:bldP spid="57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5"/>
          <p:cNvSpPr txBox="1">
            <a:spLocks noGrp="1"/>
          </p:cNvSpPr>
          <p:nvPr>
            <p:ph type="subTitle" idx="1"/>
          </p:nvPr>
        </p:nvSpPr>
        <p:spPr>
          <a:xfrm>
            <a:off x="2074798" y="567540"/>
            <a:ext cx="3432150" cy="69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dirty="0" smtClean="0"/>
              <a:t>LINE CHART</a:t>
            </a:r>
          </a:p>
          <a:p>
            <a:pPr marL="285750" lvl="0" indent="-285750">
              <a:buFont typeface="Arial" panose="020B0604020202020204" pitchFamily="34" charset="0"/>
              <a:buChar char="•"/>
            </a:pPr>
            <a:r>
              <a:rPr lang="en-US" dirty="0"/>
              <a:t>Showing trends over time</a:t>
            </a:r>
          </a:p>
        </p:txBody>
      </p:sp>
      <p:sp>
        <p:nvSpPr>
          <p:cNvPr id="575" name="Google Shape;575;p35"/>
          <p:cNvSpPr txBox="1">
            <a:spLocks noGrp="1"/>
          </p:cNvSpPr>
          <p:nvPr>
            <p:ph type="title" idx="2"/>
          </p:nvPr>
        </p:nvSpPr>
        <p:spPr>
          <a:xfrm>
            <a:off x="614548" y="442054"/>
            <a:ext cx="1294500" cy="90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02.</a:t>
            </a:r>
            <a:endParaRPr dirty="0"/>
          </a:p>
        </p:txBody>
      </p:sp>
      <p:grpSp>
        <p:nvGrpSpPr>
          <p:cNvPr id="576" name="Google Shape;576;p35"/>
          <p:cNvGrpSpPr/>
          <p:nvPr/>
        </p:nvGrpSpPr>
        <p:grpSpPr>
          <a:xfrm>
            <a:off x="7783346" y="490666"/>
            <a:ext cx="901968" cy="901968"/>
            <a:chOff x="1350404" y="-3124999"/>
            <a:chExt cx="1570279" cy="1570279"/>
          </a:xfrm>
        </p:grpSpPr>
        <p:sp>
          <p:nvSpPr>
            <p:cNvPr id="577" name="Google Shape;577;p35"/>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35"/>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35"/>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35"/>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81" name="Google Shape;581;p35"/>
          <p:cNvGrpSpPr/>
          <p:nvPr/>
        </p:nvGrpSpPr>
        <p:grpSpPr>
          <a:xfrm>
            <a:off x="713029" y="3447254"/>
            <a:ext cx="1266652" cy="1056012"/>
            <a:chOff x="5378191" y="1701500"/>
            <a:chExt cx="611171" cy="509535"/>
          </a:xfrm>
        </p:grpSpPr>
        <p:sp>
          <p:nvSpPr>
            <p:cNvPr id="582" name="Google Shape;582;p35"/>
            <p:cNvSpPr/>
            <p:nvPr/>
          </p:nvSpPr>
          <p:spPr>
            <a:xfrm>
              <a:off x="5378191" y="1701500"/>
              <a:ext cx="611171" cy="509535"/>
            </a:xfrm>
            <a:custGeom>
              <a:avLst/>
              <a:gdLst/>
              <a:ahLst/>
              <a:cxnLst/>
              <a:rect l="l" t="t" r="r" b="b"/>
              <a:pathLst>
                <a:path w="1266676" h="1056032" extrusionOk="0">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35"/>
            <p:cNvSpPr/>
            <p:nvPr/>
          </p:nvSpPr>
          <p:spPr>
            <a:xfrm>
              <a:off x="5497928" y="1776815"/>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35"/>
            <p:cNvSpPr/>
            <p:nvPr/>
          </p:nvSpPr>
          <p:spPr>
            <a:xfrm>
              <a:off x="5608451" y="1776815"/>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35"/>
            <p:cNvSpPr/>
            <p:nvPr/>
          </p:nvSpPr>
          <p:spPr>
            <a:xfrm>
              <a:off x="571901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35"/>
            <p:cNvSpPr/>
            <p:nvPr/>
          </p:nvSpPr>
          <p:spPr>
            <a:xfrm>
              <a:off x="582957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35"/>
            <p:cNvSpPr/>
            <p:nvPr/>
          </p:nvSpPr>
          <p:spPr>
            <a:xfrm>
              <a:off x="5497928" y="1882549"/>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35"/>
            <p:cNvSpPr/>
            <p:nvPr/>
          </p:nvSpPr>
          <p:spPr>
            <a:xfrm>
              <a:off x="5608451" y="1882549"/>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35"/>
            <p:cNvSpPr/>
            <p:nvPr/>
          </p:nvSpPr>
          <p:spPr>
            <a:xfrm>
              <a:off x="571901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35"/>
            <p:cNvSpPr/>
            <p:nvPr/>
          </p:nvSpPr>
          <p:spPr>
            <a:xfrm>
              <a:off x="582957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35"/>
            <p:cNvSpPr/>
            <p:nvPr/>
          </p:nvSpPr>
          <p:spPr>
            <a:xfrm>
              <a:off x="5497928" y="198832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35"/>
            <p:cNvSpPr/>
            <p:nvPr/>
          </p:nvSpPr>
          <p:spPr>
            <a:xfrm>
              <a:off x="5608451" y="198832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35"/>
            <p:cNvSpPr/>
            <p:nvPr/>
          </p:nvSpPr>
          <p:spPr>
            <a:xfrm>
              <a:off x="571901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35"/>
            <p:cNvSpPr/>
            <p:nvPr/>
          </p:nvSpPr>
          <p:spPr>
            <a:xfrm>
              <a:off x="582957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35"/>
            <p:cNvSpPr/>
            <p:nvPr/>
          </p:nvSpPr>
          <p:spPr>
            <a:xfrm>
              <a:off x="5497928" y="209409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35"/>
            <p:cNvSpPr/>
            <p:nvPr/>
          </p:nvSpPr>
          <p:spPr>
            <a:xfrm>
              <a:off x="5608451" y="209409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35"/>
            <p:cNvSpPr/>
            <p:nvPr/>
          </p:nvSpPr>
          <p:spPr>
            <a:xfrm>
              <a:off x="571901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35"/>
            <p:cNvSpPr/>
            <p:nvPr/>
          </p:nvSpPr>
          <p:spPr>
            <a:xfrm>
              <a:off x="582957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8" name="Picture 27"/>
          <p:cNvPicPr/>
          <p:nvPr/>
        </p:nvPicPr>
        <p:blipFill>
          <a:blip r:embed="rId3"/>
          <a:stretch>
            <a:fillRect/>
          </a:stretch>
        </p:blipFill>
        <p:spPr>
          <a:xfrm>
            <a:off x="713028" y="1603221"/>
            <a:ext cx="7650135" cy="3359197"/>
          </a:xfrm>
          <a:prstGeom prst="rect">
            <a:avLst/>
          </a:prstGeom>
        </p:spPr>
      </p:pic>
    </p:spTree>
    <p:extLst>
      <p:ext uri="{BB962C8B-B14F-4D97-AF65-F5344CB8AC3E}">
        <p14:creationId xmlns:p14="http://schemas.microsoft.com/office/powerpoint/2010/main" val="233571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75"/>
                                        </p:tgtEl>
                                        <p:attrNameLst>
                                          <p:attrName>style.visibility</p:attrName>
                                        </p:attrNameLst>
                                      </p:cBhvr>
                                      <p:to>
                                        <p:strVal val="visible"/>
                                      </p:to>
                                    </p:set>
                                    <p:animEffect transition="in" filter="fade">
                                      <p:cBhvr>
                                        <p:cTn id="7" dur="1000"/>
                                        <p:tgtEl>
                                          <p:spTgt spid="575"/>
                                        </p:tgtEl>
                                      </p:cBhvr>
                                    </p:animEffect>
                                    <p:anim calcmode="lin" valueType="num">
                                      <p:cBhvr>
                                        <p:cTn id="8" dur="1000" fill="hold"/>
                                        <p:tgtEl>
                                          <p:spTgt spid="575"/>
                                        </p:tgtEl>
                                        <p:attrNameLst>
                                          <p:attrName>ppt_x</p:attrName>
                                        </p:attrNameLst>
                                      </p:cBhvr>
                                      <p:tavLst>
                                        <p:tav tm="0">
                                          <p:val>
                                            <p:strVal val="#ppt_x"/>
                                          </p:val>
                                        </p:tav>
                                        <p:tav tm="100000">
                                          <p:val>
                                            <p:strVal val="#ppt_x"/>
                                          </p:val>
                                        </p:tav>
                                      </p:tavLst>
                                    </p:anim>
                                    <p:anim calcmode="lin" valueType="num">
                                      <p:cBhvr>
                                        <p:cTn id="9" dur="1000" fill="hold"/>
                                        <p:tgtEl>
                                          <p:spTgt spid="57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573">
                                            <p:bg/>
                                          </p:spTgt>
                                        </p:tgtEl>
                                        <p:attrNameLst>
                                          <p:attrName>style.visibility</p:attrName>
                                        </p:attrNameLst>
                                      </p:cBhvr>
                                      <p:to>
                                        <p:strVal val="visible"/>
                                      </p:to>
                                    </p:set>
                                    <p:animEffect transition="in" filter="fade">
                                      <p:cBhvr>
                                        <p:cTn id="13" dur="1000"/>
                                        <p:tgtEl>
                                          <p:spTgt spid="573">
                                            <p:bg/>
                                          </p:spTgt>
                                        </p:tgtEl>
                                      </p:cBhvr>
                                    </p:animEffect>
                                    <p:anim calcmode="lin" valueType="num">
                                      <p:cBhvr>
                                        <p:cTn id="14" dur="1000" fill="hold"/>
                                        <p:tgtEl>
                                          <p:spTgt spid="573">
                                            <p:bg/>
                                          </p:spTgt>
                                        </p:tgtEl>
                                        <p:attrNameLst>
                                          <p:attrName>ppt_x</p:attrName>
                                        </p:attrNameLst>
                                      </p:cBhvr>
                                      <p:tavLst>
                                        <p:tav tm="0">
                                          <p:val>
                                            <p:strVal val="#ppt_x"/>
                                          </p:val>
                                        </p:tav>
                                        <p:tav tm="100000">
                                          <p:val>
                                            <p:strVal val="#ppt_x"/>
                                          </p:val>
                                        </p:tav>
                                      </p:tavLst>
                                    </p:anim>
                                    <p:anim calcmode="lin" valueType="num">
                                      <p:cBhvr>
                                        <p:cTn id="15" dur="1000" fill="hold"/>
                                        <p:tgtEl>
                                          <p:spTgt spid="573">
                                            <p:bg/>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573">
                                            <p:txEl>
                                              <p:pRg st="0" end="0"/>
                                            </p:txEl>
                                          </p:spTgt>
                                        </p:tgtEl>
                                        <p:attrNameLst>
                                          <p:attrName>style.visibility</p:attrName>
                                        </p:attrNameLst>
                                      </p:cBhvr>
                                      <p:to>
                                        <p:strVal val="visible"/>
                                      </p:to>
                                    </p:set>
                                    <p:animEffect transition="in" filter="fade">
                                      <p:cBhvr>
                                        <p:cTn id="19" dur="1000"/>
                                        <p:tgtEl>
                                          <p:spTgt spid="573">
                                            <p:txEl>
                                              <p:pRg st="0" end="0"/>
                                            </p:txEl>
                                          </p:spTgt>
                                        </p:tgtEl>
                                      </p:cBhvr>
                                    </p:animEffect>
                                    <p:anim calcmode="lin" valueType="num">
                                      <p:cBhvr>
                                        <p:cTn id="20" dur="1000" fill="hold"/>
                                        <p:tgtEl>
                                          <p:spTgt spid="57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573">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73">
                                            <p:txEl>
                                              <p:pRg st="1" end="1"/>
                                            </p:txEl>
                                          </p:spTgt>
                                        </p:tgtEl>
                                        <p:attrNameLst>
                                          <p:attrName>style.visibility</p:attrName>
                                        </p:attrNameLst>
                                      </p:cBhvr>
                                      <p:to>
                                        <p:strVal val="visible"/>
                                      </p:to>
                                    </p:set>
                                    <p:animEffect transition="in" filter="fade">
                                      <p:cBhvr>
                                        <p:cTn id="24" dur="1000"/>
                                        <p:tgtEl>
                                          <p:spTgt spid="573">
                                            <p:txEl>
                                              <p:pRg st="1" end="1"/>
                                            </p:txEl>
                                          </p:spTgt>
                                        </p:tgtEl>
                                      </p:cBhvr>
                                    </p:animEffect>
                                    <p:anim calcmode="lin" valueType="num">
                                      <p:cBhvr>
                                        <p:cTn id="25" dur="1000" fill="hold"/>
                                        <p:tgtEl>
                                          <p:spTgt spid="57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573">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1000"/>
                                        <p:tgtEl>
                                          <p:spTgt spid="28"/>
                                        </p:tgtEl>
                                      </p:cBhvr>
                                    </p:animEffect>
                                    <p:anim calcmode="lin" valueType="num">
                                      <p:cBhvr>
                                        <p:cTn id="30" dur="1000" fill="hold"/>
                                        <p:tgtEl>
                                          <p:spTgt spid="28"/>
                                        </p:tgtEl>
                                        <p:attrNameLst>
                                          <p:attrName>ppt_x</p:attrName>
                                        </p:attrNameLst>
                                      </p:cBhvr>
                                      <p:tavLst>
                                        <p:tav tm="0">
                                          <p:val>
                                            <p:strVal val="#ppt_x"/>
                                          </p:val>
                                        </p:tav>
                                        <p:tav tm="100000">
                                          <p:val>
                                            <p:strVal val="#ppt_x"/>
                                          </p:val>
                                        </p:tav>
                                      </p:tavLst>
                                    </p:anim>
                                    <p:anim calcmode="lin" valueType="num">
                                      <p:cBhvr>
                                        <p:cTn id="31"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 grpId="0" build="p" animBg="1"/>
      <p:bldP spid="57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5"/>
          <p:cNvSpPr txBox="1">
            <a:spLocks noGrp="1"/>
          </p:cNvSpPr>
          <p:nvPr>
            <p:ph type="subTitle" idx="1"/>
          </p:nvPr>
        </p:nvSpPr>
        <p:spPr>
          <a:xfrm>
            <a:off x="3246684" y="2713685"/>
            <a:ext cx="3834527" cy="961214"/>
          </a:xfrm>
          <a:prstGeom prst="rect">
            <a:avLst/>
          </a:prstGeom>
        </p:spPr>
        <p:txBody>
          <a:bodyPr spcFirstLastPara="1" wrap="square" lIns="91425" tIns="91425" rIns="91425" bIns="91425" anchor="t" anchorCtr="0">
            <a:noAutofit/>
          </a:bodyPr>
          <a:lstStyle/>
          <a:p>
            <a:pPr marL="285750" lvl="0" indent="-285750">
              <a:buFont typeface="Arial" panose="020B0604020202020204" pitchFamily="34" charset="0"/>
              <a:buChar char="•"/>
            </a:pPr>
            <a:r>
              <a:rPr lang="en-US" dirty="0"/>
              <a:t>uses dots to represent values for two different numeric variables</a:t>
            </a:r>
            <a:endParaRPr dirty="0"/>
          </a:p>
        </p:txBody>
      </p:sp>
      <p:sp>
        <p:nvSpPr>
          <p:cNvPr id="574" name="Google Shape;574;p35"/>
          <p:cNvSpPr txBox="1">
            <a:spLocks noGrp="1"/>
          </p:cNvSpPr>
          <p:nvPr>
            <p:ph type="title"/>
          </p:nvPr>
        </p:nvSpPr>
        <p:spPr>
          <a:xfrm>
            <a:off x="3088698" y="1247084"/>
            <a:ext cx="4150500" cy="13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smtClean="0"/>
              <a:t>SCATTER PLOT</a:t>
            </a:r>
            <a:endParaRPr dirty="0"/>
          </a:p>
        </p:txBody>
      </p:sp>
      <p:sp>
        <p:nvSpPr>
          <p:cNvPr id="575" name="Google Shape;575;p35"/>
          <p:cNvSpPr txBox="1">
            <a:spLocks noGrp="1"/>
          </p:cNvSpPr>
          <p:nvPr>
            <p:ph type="title" idx="2"/>
          </p:nvPr>
        </p:nvSpPr>
        <p:spPr>
          <a:xfrm>
            <a:off x="1475300" y="1690000"/>
            <a:ext cx="1294500" cy="90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03.</a:t>
            </a:r>
            <a:endParaRPr dirty="0"/>
          </a:p>
        </p:txBody>
      </p:sp>
      <p:grpSp>
        <p:nvGrpSpPr>
          <p:cNvPr id="576" name="Google Shape;576;p35"/>
          <p:cNvGrpSpPr/>
          <p:nvPr/>
        </p:nvGrpSpPr>
        <p:grpSpPr>
          <a:xfrm>
            <a:off x="7783346" y="490666"/>
            <a:ext cx="901968" cy="901968"/>
            <a:chOff x="1350404" y="-3124999"/>
            <a:chExt cx="1570279" cy="1570279"/>
          </a:xfrm>
        </p:grpSpPr>
        <p:sp>
          <p:nvSpPr>
            <p:cNvPr id="577" name="Google Shape;577;p35"/>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35"/>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35"/>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35"/>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81" name="Google Shape;581;p35"/>
          <p:cNvGrpSpPr/>
          <p:nvPr/>
        </p:nvGrpSpPr>
        <p:grpSpPr>
          <a:xfrm>
            <a:off x="713029" y="3447254"/>
            <a:ext cx="1266652" cy="1056012"/>
            <a:chOff x="5378191" y="1701500"/>
            <a:chExt cx="611171" cy="509535"/>
          </a:xfrm>
        </p:grpSpPr>
        <p:sp>
          <p:nvSpPr>
            <p:cNvPr id="582" name="Google Shape;582;p35"/>
            <p:cNvSpPr/>
            <p:nvPr/>
          </p:nvSpPr>
          <p:spPr>
            <a:xfrm>
              <a:off x="5378191" y="1701500"/>
              <a:ext cx="611171" cy="509535"/>
            </a:xfrm>
            <a:custGeom>
              <a:avLst/>
              <a:gdLst/>
              <a:ahLst/>
              <a:cxnLst/>
              <a:rect l="l" t="t" r="r" b="b"/>
              <a:pathLst>
                <a:path w="1266676" h="1056032" extrusionOk="0">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35"/>
            <p:cNvSpPr/>
            <p:nvPr/>
          </p:nvSpPr>
          <p:spPr>
            <a:xfrm>
              <a:off x="5497928" y="1776815"/>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35"/>
            <p:cNvSpPr/>
            <p:nvPr/>
          </p:nvSpPr>
          <p:spPr>
            <a:xfrm>
              <a:off x="5608451" y="1776815"/>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35"/>
            <p:cNvSpPr/>
            <p:nvPr/>
          </p:nvSpPr>
          <p:spPr>
            <a:xfrm>
              <a:off x="571901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35"/>
            <p:cNvSpPr/>
            <p:nvPr/>
          </p:nvSpPr>
          <p:spPr>
            <a:xfrm>
              <a:off x="582957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35"/>
            <p:cNvSpPr/>
            <p:nvPr/>
          </p:nvSpPr>
          <p:spPr>
            <a:xfrm>
              <a:off x="5497928" y="1882549"/>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35"/>
            <p:cNvSpPr/>
            <p:nvPr/>
          </p:nvSpPr>
          <p:spPr>
            <a:xfrm>
              <a:off x="5608451" y="1882549"/>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35"/>
            <p:cNvSpPr/>
            <p:nvPr/>
          </p:nvSpPr>
          <p:spPr>
            <a:xfrm>
              <a:off x="571901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35"/>
            <p:cNvSpPr/>
            <p:nvPr/>
          </p:nvSpPr>
          <p:spPr>
            <a:xfrm>
              <a:off x="582957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35"/>
            <p:cNvSpPr/>
            <p:nvPr/>
          </p:nvSpPr>
          <p:spPr>
            <a:xfrm>
              <a:off x="5497928" y="198832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35"/>
            <p:cNvSpPr/>
            <p:nvPr/>
          </p:nvSpPr>
          <p:spPr>
            <a:xfrm>
              <a:off x="5608451" y="198832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35"/>
            <p:cNvSpPr/>
            <p:nvPr/>
          </p:nvSpPr>
          <p:spPr>
            <a:xfrm>
              <a:off x="571901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35"/>
            <p:cNvSpPr/>
            <p:nvPr/>
          </p:nvSpPr>
          <p:spPr>
            <a:xfrm>
              <a:off x="582957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35"/>
            <p:cNvSpPr/>
            <p:nvPr/>
          </p:nvSpPr>
          <p:spPr>
            <a:xfrm>
              <a:off x="5497928" y="209409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35"/>
            <p:cNvSpPr/>
            <p:nvPr/>
          </p:nvSpPr>
          <p:spPr>
            <a:xfrm>
              <a:off x="5608451" y="209409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35"/>
            <p:cNvSpPr/>
            <p:nvPr/>
          </p:nvSpPr>
          <p:spPr>
            <a:xfrm>
              <a:off x="571901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35"/>
            <p:cNvSpPr/>
            <p:nvPr/>
          </p:nvSpPr>
          <p:spPr>
            <a:xfrm>
              <a:off x="582957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215590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75"/>
                                        </p:tgtEl>
                                        <p:attrNameLst>
                                          <p:attrName>style.visibility</p:attrName>
                                        </p:attrNameLst>
                                      </p:cBhvr>
                                      <p:to>
                                        <p:strVal val="visible"/>
                                      </p:to>
                                    </p:set>
                                    <p:animEffect transition="in" filter="fade">
                                      <p:cBhvr>
                                        <p:cTn id="7" dur="1000"/>
                                        <p:tgtEl>
                                          <p:spTgt spid="575"/>
                                        </p:tgtEl>
                                      </p:cBhvr>
                                    </p:animEffect>
                                    <p:anim calcmode="lin" valueType="num">
                                      <p:cBhvr>
                                        <p:cTn id="8" dur="1000" fill="hold"/>
                                        <p:tgtEl>
                                          <p:spTgt spid="575"/>
                                        </p:tgtEl>
                                        <p:attrNameLst>
                                          <p:attrName>ppt_x</p:attrName>
                                        </p:attrNameLst>
                                      </p:cBhvr>
                                      <p:tavLst>
                                        <p:tav tm="0">
                                          <p:val>
                                            <p:strVal val="#ppt_x"/>
                                          </p:val>
                                        </p:tav>
                                        <p:tav tm="100000">
                                          <p:val>
                                            <p:strVal val="#ppt_x"/>
                                          </p:val>
                                        </p:tav>
                                      </p:tavLst>
                                    </p:anim>
                                    <p:anim calcmode="lin" valueType="num">
                                      <p:cBhvr>
                                        <p:cTn id="9" dur="1000" fill="hold"/>
                                        <p:tgtEl>
                                          <p:spTgt spid="57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74"/>
                                        </p:tgtEl>
                                        <p:attrNameLst>
                                          <p:attrName>style.visibility</p:attrName>
                                        </p:attrNameLst>
                                      </p:cBhvr>
                                      <p:to>
                                        <p:strVal val="visible"/>
                                      </p:to>
                                    </p:set>
                                    <p:animEffect transition="in" filter="fade">
                                      <p:cBhvr>
                                        <p:cTn id="12" dur="1000"/>
                                        <p:tgtEl>
                                          <p:spTgt spid="574"/>
                                        </p:tgtEl>
                                      </p:cBhvr>
                                    </p:animEffect>
                                    <p:anim calcmode="lin" valueType="num">
                                      <p:cBhvr>
                                        <p:cTn id="13" dur="1000" fill="hold"/>
                                        <p:tgtEl>
                                          <p:spTgt spid="574"/>
                                        </p:tgtEl>
                                        <p:attrNameLst>
                                          <p:attrName>ppt_x</p:attrName>
                                        </p:attrNameLst>
                                      </p:cBhvr>
                                      <p:tavLst>
                                        <p:tav tm="0">
                                          <p:val>
                                            <p:strVal val="#ppt_x"/>
                                          </p:val>
                                        </p:tav>
                                        <p:tav tm="100000">
                                          <p:val>
                                            <p:strVal val="#ppt_x"/>
                                          </p:val>
                                        </p:tav>
                                      </p:tavLst>
                                    </p:anim>
                                    <p:anim calcmode="lin" valueType="num">
                                      <p:cBhvr>
                                        <p:cTn id="14" dur="1000" fill="hold"/>
                                        <p:tgtEl>
                                          <p:spTgt spid="57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73">
                                            <p:bg/>
                                          </p:spTgt>
                                        </p:tgtEl>
                                        <p:attrNameLst>
                                          <p:attrName>style.visibility</p:attrName>
                                        </p:attrNameLst>
                                      </p:cBhvr>
                                      <p:to>
                                        <p:strVal val="visible"/>
                                      </p:to>
                                    </p:set>
                                    <p:animEffect transition="in" filter="fade">
                                      <p:cBhvr>
                                        <p:cTn id="17" dur="1000"/>
                                        <p:tgtEl>
                                          <p:spTgt spid="573">
                                            <p:bg/>
                                          </p:spTgt>
                                        </p:tgtEl>
                                      </p:cBhvr>
                                    </p:animEffect>
                                    <p:anim calcmode="lin" valueType="num">
                                      <p:cBhvr>
                                        <p:cTn id="18" dur="1000" fill="hold"/>
                                        <p:tgtEl>
                                          <p:spTgt spid="573">
                                            <p:bg/>
                                          </p:spTgt>
                                        </p:tgtEl>
                                        <p:attrNameLst>
                                          <p:attrName>ppt_x</p:attrName>
                                        </p:attrNameLst>
                                      </p:cBhvr>
                                      <p:tavLst>
                                        <p:tav tm="0">
                                          <p:val>
                                            <p:strVal val="#ppt_x"/>
                                          </p:val>
                                        </p:tav>
                                        <p:tav tm="100000">
                                          <p:val>
                                            <p:strVal val="#ppt_x"/>
                                          </p:val>
                                        </p:tav>
                                      </p:tavLst>
                                    </p:anim>
                                    <p:anim calcmode="lin" valueType="num">
                                      <p:cBhvr>
                                        <p:cTn id="19" dur="1000" fill="hold"/>
                                        <p:tgtEl>
                                          <p:spTgt spid="573">
                                            <p:bg/>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73">
                                            <p:txEl>
                                              <p:pRg st="0" end="0"/>
                                            </p:txEl>
                                          </p:spTgt>
                                        </p:tgtEl>
                                        <p:attrNameLst>
                                          <p:attrName>style.visibility</p:attrName>
                                        </p:attrNameLst>
                                      </p:cBhvr>
                                      <p:to>
                                        <p:strVal val="visible"/>
                                      </p:to>
                                    </p:set>
                                    <p:animEffect transition="in" filter="fade">
                                      <p:cBhvr>
                                        <p:cTn id="22" dur="1000"/>
                                        <p:tgtEl>
                                          <p:spTgt spid="573">
                                            <p:txEl>
                                              <p:pRg st="0" end="0"/>
                                            </p:txEl>
                                          </p:spTgt>
                                        </p:tgtEl>
                                      </p:cBhvr>
                                    </p:animEffect>
                                    <p:anim calcmode="lin" valueType="num">
                                      <p:cBhvr>
                                        <p:cTn id="23" dur="1000" fill="hold"/>
                                        <p:tgtEl>
                                          <p:spTgt spid="573">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57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 grpId="0" build="p" animBg="1"/>
      <p:bldP spid="574" grpId="0"/>
      <p:bldP spid="57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5"/>
          <p:cNvSpPr txBox="1">
            <a:spLocks noGrp="1"/>
          </p:cNvSpPr>
          <p:nvPr>
            <p:ph type="subTitle" idx="1"/>
          </p:nvPr>
        </p:nvSpPr>
        <p:spPr>
          <a:xfrm>
            <a:off x="2041126" y="426528"/>
            <a:ext cx="5150784" cy="92362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dirty="0" smtClean="0"/>
              <a:t>SCATTER PLOT</a:t>
            </a:r>
          </a:p>
          <a:p>
            <a:pPr marL="285750" lvl="0" indent="-285750" algn="ctr">
              <a:buFont typeface="Arial" panose="020B0604020202020204" pitchFamily="34" charset="0"/>
              <a:buChar char="•"/>
            </a:pPr>
            <a:r>
              <a:rPr lang="en-US" dirty="0"/>
              <a:t>uses dots to represent values for two different numeric variables</a:t>
            </a:r>
          </a:p>
        </p:txBody>
      </p:sp>
      <p:sp>
        <p:nvSpPr>
          <p:cNvPr id="575" name="Google Shape;575;p35"/>
          <p:cNvSpPr txBox="1">
            <a:spLocks noGrp="1"/>
          </p:cNvSpPr>
          <p:nvPr>
            <p:ph type="title" idx="2"/>
          </p:nvPr>
        </p:nvSpPr>
        <p:spPr>
          <a:xfrm>
            <a:off x="614548" y="442054"/>
            <a:ext cx="1294500" cy="90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03.</a:t>
            </a:r>
            <a:endParaRPr dirty="0"/>
          </a:p>
        </p:txBody>
      </p:sp>
      <p:grpSp>
        <p:nvGrpSpPr>
          <p:cNvPr id="576" name="Google Shape;576;p35"/>
          <p:cNvGrpSpPr/>
          <p:nvPr/>
        </p:nvGrpSpPr>
        <p:grpSpPr>
          <a:xfrm>
            <a:off x="7783346" y="490666"/>
            <a:ext cx="901968" cy="901968"/>
            <a:chOff x="1350404" y="-3124999"/>
            <a:chExt cx="1570279" cy="1570279"/>
          </a:xfrm>
        </p:grpSpPr>
        <p:sp>
          <p:nvSpPr>
            <p:cNvPr id="577" name="Google Shape;577;p35"/>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35"/>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35"/>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35"/>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81" name="Google Shape;581;p35"/>
          <p:cNvGrpSpPr/>
          <p:nvPr/>
        </p:nvGrpSpPr>
        <p:grpSpPr>
          <a:xfrm>
            <a:off x="713029" y="3447254"/>
            <a:ext cx="1266652" cy="1056012"/>
            <a:chOff x="5378191" y="1701500"/>
            <a:chExt cx="611171" cy="509535"/>
          </a:xfrm>
        </p:grpSpPr>
        <p:sp>
          <p:nvSpPr>
            <p:cNvPr id="582" name="Google Shape;582;p35"/>
            <p:cNvSpPr/>
            <p:nvPr/>
          </p:nvSpPr>
          <p:spPr>
            <a:xfrm>
              <a:off x="5378191" y="1701500"/>
              <a:ext cx="611171" cy="509535"/>
            </a:xfrm>
            <a:custGeom>
              <a:avLst/>
              <a:gdLst/>
              <a:ahLst/>
              <a:cxnLst/>
              <a:rect l="l" t="t" r="r" b="b"/>
              <a:pathLst>
                <a:path w="1266676" h="1056032" extrusionOk="0">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35"/>
            <p:cNvSpPr/>
            <p:nvPr/>
          </p:nvSpPr>
          <p:spPr>
            <a:xfrm>
              <a:off x="5497928" y="1776815"/>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35"/>
            <p:cNvSpPr/>
            <p:nvPr/>
          </p:nvSpPr>
          <p:spPr>
            <a:xfrm>
              <a:off x="5608451" y="1776815"/>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35"/>
            <p:cNvSpPr/>
            <p:nvPr/>
          </p:nvSpPr>
          <p:spPr>
            <a:xfrm>
              <a:off x="571901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35"/>
            <p:cNvSpPr/>
            <p:nvPr/>
          </p:nvSpPr>
          <p:spPr>
            <a:xfrm>
              <a:off x="582957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35"/>
            <p:cNvSpPr/>
            <p:nvPr/>
          </p:nvSpPr>
          <p:spPr>
            <a:xfrm>
              <a:off x="5497928" y="1882549"/>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35"/>
            <p:cNvSpPr/>
            <p:nvPr/>
          </p:nvSpPr>
          <p:spPr>
            <a:xfrm>
              <a:off x="5608451" y="1882549"/>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35"/>
            <p:cNvSpPr/>
            <p:nvPr/>
          </p:nvSpPr>
          <p:spPr>
            <a:xfrm>
              <a:off x="571901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35"/>
            <p:cNvSpPr/>
            <p:nvPr/>
          </p:nvSpPr>
          <p:spPr>
            <a:xfrm>
              <a:off x="582957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35"/>
            <p:cNvSpPr/>
            <p:nvPr/>
          </p:nvSpPr>
          <p:spPr>
            <a:xfrm>
              <a:off x="5497928" y="198832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35"/>
            <p:cNvSpPr/>
            <p:nvPr/>
          </p:nvSpPr>
          <p:spPr>
            <a:xfrm>
              <a:off x="5608451" y="198832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35"/>
            <p:cNvSpPr/>
            <p:nvPr/>
          </p:nvSpPr>
          <p:spPr>
            <a:xfrm>
              <a:off x="571901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35"/>
            <p:cNvSpPr/>
            <p:nvPr/>
          </p:nvSpPr>
          <p:spPr>
            <a:xfrm>
              <a:off x="582957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35"/>
            <p:cNvSpPr/>
            <p:nvPr/>
          </p:nvSpPr>
          <p:spPr>
            <a:xfrm>
              <a:off x="5497928" y="209409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35"/>
            <p:cNvSpPr/>
            <p:nvPr/>
          </p:nvSpPr>
          <p:spPr>
            <a:xfrm>
              <a:off x="5608451" y="209409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35"/>
            <p:cNvSpPr/>
            <p:nvPr/>
          </p:nvSpPr>
          <p:spPr>
            <a:xfrm>
              <a:off x="571901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35"/>
            <p:cNvSpPr/>
            <p:nvPr/>
          </p:nvSpPr>
          <p:spPr>
            <a:xfrm>
              <a:off x="582957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9" name="Picture 28"/>
          <p:cNvPicPr/>
          <p:nvPr/>
        </p:nvPicPr>
        <p:blipFill>
          <a:blip r:embed="rId3"/>
          <a:stretch>
            <a:fillRect/>
          </a:stretch>
        </p:blipFill>
        <p:spPr>
          <a:xfrm>
            <a:off x="713029" y="1484951"/>
            <a:ext cx="7383007" cy="3488690"/>
          </a:xfrm>
          <a:prstGeom prst="rect">
            <a:avLst/>
          </a:prstGeom>
        </p:spPr>
      </p:pic>
    </p:spTree>
    <p:extLst>
      <p:ext uri="{BB962C8B-B14F-4D97-AF65-F5344CB8AC3E}">
        <p14:creationId xmlns:p14="http://schemas.microsoft.com/office/powerpoint/2010/main" val="2176557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75"/>
                                        </p:tgtEl>
                                        <p:attrNameLst>
                                          <p:attrName>style.visibility</p:attrName>
                                        </p:attrNameLst>
                                      </p:cBhvr>
                                      <p:to>
                                        <p:strVal val="visible"/>
                                      </p:to>
                                    </p:set>
                                    <p:animEffect transition="in" filter="fade">
                                      <p:cBhvr>
                                        <p:cTn id="7" dur="1000"/>
                                        <p:tgtEl>
                                          <p:spTgt spid="575"/>
                                        </p:tgtEl>
                                      </p:cBhvr>
                                    </p:animEffect>
                                    <p:anim calcmode="lin" valueType="num">
                                      <p:cBhvr>
                                        <p:cTn id="8" dur="1000" fill="hold"/>
                                        <p:tgtEl>
                                          <p:spTgt spid="575"/>
                                        </p:tgtEl>
                                        <p:attrNameLst>
                                          <p:attrName>ppt_x</p:attrName>
                                        </p:attrNameLst>
                                      </p:cBhvr>
                                      <p:tavLst>
                                        <p:tav tm="0">
                                          <p:val>
                                            <p:strVal val="#ppt_x"/>
                                          </p:val>
                                        </p:tav>
                                        <p:tav tm="100000">
                                          <p:val>
                                            <p:strVal val="#ppt_x"/>
                                          </p:val>
                                        </p:tav>
                                      </p:tavLst>
                                    </p:anim>
                                    <p:anim calcmode="lin" valueType="num">
                                      <p:cBhvr>
                                        <p:cTn id="9" dur="1000" fill="hold"/>
                                        <p:tgtEl>
                                          <p:spTgt spid="57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1000"/>
                                        <p:tgtEl>
                                          <p:spTgt spid="29"/>
                                        </p:tgtEl>
                                      </p:cBhvr>
                                    </p:animEffect>
                                    <p:anim calcmode="lin" valueType="num">
                                      <p:cBhvr>
                                        <p:cTn id="13" dur="1000" fill="hold"/>
                                        <p:tgtEl>
                                          <p:spTgt spid="29"/>
                                        </p:tgtEl>
                                        <p:attrNameLst>
                                          <p:attrName>ppt_x</p:attrName>
                                        </p:attrNameLst>
                                      </p:cBhvr>
                                      <p:tavLst>
                                        <p:tav tm="0">
                                          <p:val>
                                            <p:strVal val="#ppt_x"/>
                                          </p:val>
                                        </p:tav>
                                        <p:tav tm="100000">
                                          <p:val>
                                            <p:strVal val="#ppt_x"/>
                                          </p:val>
                                        </p:tav>
                                      </p:tavLst>
                                    </p:anim>
                                    <p:anim calcmode="lin" valueType="num">
                                      <p:cBhvr>
                                        <p:cTn id="14" dur="1000" fill="hold"/>
                                        <p:tgtEl>
                                          <p:spTgt spid="2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73">
                                            <p:txEl>
                                              <p:pRg st="0" end="0"/>
                                            </p:txEl>
                                          </p:spTgt>
                                        </p:tgtEl>
                                        <p:attrNameLst>
                                          <p:attrName>style.visibility</p:attrName>
                                        </p:attrNameLst>
                                      </p:cBhvr>
                                      <p:to>
                                        <p:strVal val="visible"/>
                                      </p:to>
                                    </p:set>
                                    <p:animEffect transition="in" filter="fade">
                                      <p:cBhvr>
                                        <p:cTn id="17" dur="1000"/>
                                        <p:tgtEl>
                                          <p:spTgt spid="573">
                                            <p:txEl>
                                              <p:pRg st="0" end="0"/>
                                            </p:txEl>
                                          </p:spTgt>
                                        </p:tgtEl>
                                      </p:cBhvr>
                                    </p:animEffect>
                                    <p:anim calcmode="lin" valueType="num">
                                      <p:cBhvr>
                                        <p:cTn id="18" dur="1000" fill="hold"/>
                                        <p:tgtEl>
                                          <p:spTgt spid="57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73">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73">
                                            <p:txEl>
                                              <p:pRg st="1" end="1"/>
                                            </p:txEl>
                                          </p:spTgt>
                                        </p:tgtEl>
                                        <p:attrNameLst>
                                          <p:attrName>style.visibility</p:attrName>
                                        </p:attrNameLst>
                                      </p:cBhvr>
                                      <p:to>
                                        <p:strVal val="visible"/>
                                      </p:to>
                                    </p:set>
                                    <p:animEffect transition="in" filter="fade">
                                      <p:cBhvr>
                                        <p:cTn id="22" dur="1000"/>
                                        <p:tgtEl>
                                          <p:spTgt spid="573">
                                            <p:txEl>
                                              <p:pRg st="1" end="1"/>
                                            </p:txEl>
                                          </p:spTgt>
                                        </p:tgtEl>
                                      </p:cBhvr>
                                    </p:animEffect>
                                    <p:anim calcmode="lin" valueType="num">
                                      <p:cBhvr>
                                        <p:cTn id="23" dur="1000" fill="hold"/>
                                        <p:tgtEl>
                                          <p:spTgt spid="57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57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4" name="Google Shape;574;p35"/>
          <p:cNvSpPr txBox="1">
            <a:spLocks noGrp="1"/>
          </p:cNvSpPr>
          <p:nvPr>
            <p:ph type="title"/>
          </p:nvPr>
        </p:nvSpPr>
        <p:spPr>
          <a:xfrm>
            <a:off x="1190243" y="1392634"/>
            <a:ext cx="6725181" cy="218556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6600" dirty="0" err="1" smtClean="0"/>
              <a:t>Salamat</a:t>
            </a:r>
            <a:r>
              <a:rPr lang="en-US" sz="6600" dirty="0" smtClean="0"/>
              <a:t> </a:t>
            </a:r>
            <a:r>
              <a:rPr lang="en-US" sz="6600" dirty="0" err="1" smtClean="0"/>
              <a:t>sa</a:t>
            </a:r>
            <a:r>
              <a:rPr lang="en-US" sz="6600" dirty="0" smtClean="0"/>
              <a:t> </a:t>
            </a:r>
            <a:r>
              <a:rPr lang="en-US" sz="6600" dirty="0" err="1" smtClean="0"/>
              <a:t>buhay</a:t>
            </a:r>
            <a:r>
              <a:rPr lang="en-US" sz="6600" dirty="0" smtClean="0"/>
              <a:t> </a:t>
            </a:r>
            <a:r>
              <a:rPr lang="en-US" sz="6600" dirty="0" err="1" smtClean="0"/>
              <a:t>mo</a:t>
            </a:r>
            <a:r>
              <a:rPr lang="en-US" sz="6600" dirty="0" smtClean="0"/>
              <a:t>!!</a:t>
            </a:r>
            <a:endParaRPr sz="6600" dirty="0"/>
          </a:p>
        </p:txBody>
      </p:sp>
      <p:grpSp>
        <p:nvGrpSpPr>
          <p:cNvPr id="576" name="Google Shape;576;p35"/>
          <p:cNvGrpSpPr/>
          <p:nvPr/>
        </p:nvGrpSpPr>
        <p:grpSpPr>
          <a:xfrm>
            <a:off x="7783346" y="490666"/>
            <a:ext cx="901968" cy="901968"/>
            <a:chOff x="1350404" y="-3124999"/>
            <a:chExt cx="1570279" cy="1570279"/>
          </a:xfrm>
        </p:grpSpPr>
        <p:sp>
          <p:nvSpPr>
            <p:cNvPr id="577" name="Google Shape;577;p35"/>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35"/>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35"/>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35"/>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81" name="Google Shape;581;p35"/>
          <p:cNvGrpSpPr/>
          <p:nvPr/>
        </p:nvGrpSpPr>
        <p:grpSpPr>
          <a:xfrm>
            <a:off x="353434" y="3765753"/>
            <a:ext cx="1266652" cy="1056012"/>
            <a:chOff x="5378191" y="1701500"/>
            <a:chExt cx="611171" cy="509535"/>
          </a:xfrm>
        </p:grpSpPr>
        <p:sp>
          <p:nvSpPr>
            <p:cNvPr id="582" name="Google Shape;582;p35"/>
            <p:cNvSpPr/>
            <p:nvPr/>
          </p:nvSpPr>
          <p:spPr>
            <a:xfrm>
              <a:off x="5378191" y="1701500"/>
              <a:ext cx="611171" cy="509535"/>
            </a:xfrm>
            <a:custGeom>
              <a:avLst/>
              <a:gdLst/>
              <a:ahLst/>
              <a:cxnLst/>
              <a:rect l="l" t="t" r="r" b="b"/>
              <a:pathLst>
                <a:path w="1266676" h="1056032" extrusionOk="0">
                  <a:moveTo>
                    <a:pt x="1101761" y="1056032"/>
                  </a:moveTo>
                  <a:lnTo>
                    <a:pt x="164915" y="1056032"/>
                  </a:lnTo>
                  <a:cubicBezTo>
                    <a:pt x="73835" y="1056032"/>
                    <a:pt x="0" y="982197"/>
                    <a:pt x="0" y="891118"/>
                  </a:cubicBezTo>
                  <a:lnTo>
                    <a:pt x="0" y="164915"/>
                  </a:lnTo>
                  <a:cubicBezTo>
                    <a:pt x="0" y="73836"/>
                    <a:pt x="73835" y="0"/>
                    <a:pt x="164915" y="0"/>
                  </a:cubicBezTo>
                  <a:lnTo>
                    <a:pt x="1101761" y="0"/>
                  </a:lnTo>
                  <a:cubicBezTo>
                    <a:pt x="1192841" y="0"/>
                    <a:pt x="1266677" y="73836"/>
                    <a:pt x="1266677" y="164915"/>
                  </a:cubicBezTo>
                  <a:lnTo>
                    <a:pt x="1266677" y="891118"/>
                  </a:lnTo>
                  <a:cubicBezTo>
                    <a:pt x="1266677" y="982197"/>
                    <a:pt x="1192841" y="1056032"/>
                    <a:pt x="1101761" y="1056032"/>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35"/>
            <p:cNvSpPr/>
            <p:nvPr/>
          </p:nvSpPr>
          <p:spPr>
            <a:xfrm>
              <a:off x="5497928" y="1776815"/>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35"/>
            <p:cNvSpPr/>
            <p:nvPr/>
          </p:nvSpPr>
          <p:spPr>
            <a:xfrm>
              <a:off x="5608451" y="1776815"/>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35"/>
            <p:cNvSpPr/>
            <p:nvPr/>
          </p:nvSpPr>
          <p:spPr>
            <a:xfrm>
              <a:off x="571901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35"/>
            <p:cNvSpPr/>
            <p:nvPr/>
          </p:nvSpPr>
          <p:spPr>
            <a:xfrm>
              <a:off x="5829571" y="1776815"/>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35"/>
            <p:cNvSpPr/>
            <p:nvPr/>
          </p:nvSpPr>
          <p:spPr>
            <a:xfrm>
              <a:off x="5497928" y="1882549"/>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35"/>
            <p:cNvSpPr/>
            <p:nvPr/>
          </p:nvSpPr>
          <p:spPr>
            <a:xfrm>
              <a:off x="5608451" y="1882549"/>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35"/>
            <p:cNvSpPr/>
            <p:nvPr/>
          </p:nvSpPr>
          <p:spPr>
            <a:xfrm>
              <a:off x="571901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35"/>
            <p:cNvSpPr/>
            <p:nvPr/>
          </p:nvSpPr>
          <p:spPr>
            <a:xfrm>
              <a:off x="5829571" y="1882549"/>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35"/>
            <p:cNvSpPr/>
            <p:nvPr/>
          </p:nvSpPr>
          <p:spPr>
            <a:xfrm>
              <a:off x="5497928" y="198832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35"/>
            <p:cNvSpPr/>
            <p:nvPr/>
          </p:nvSpPr>
          <p:spPr>
            <a:xfrm>
              <a:off x="5608451" y="198832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35"/>
            <p:cNvSpPr/>
            <p:nvPr/>
          </p:nvSpPr>
          <p:spPr>
            <a:xfrm>
              <a:off x="571901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35"/>
            <p:cNvSpPr/>
            <p:nvPr/>
          </p:nvSpPr>
          <p:spPr>
            <a:xfrm>
              <a:off x="5829571" y="198832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35"/>
            <p:cNvSpPr/>
            <p:nvPr/>
          </p:nvSpPr>
          <p:spPr>
            <a:xfrm>
              <a:off x="5497928" y="2094090"/>
              <a:ext cx="34526" cy="34526"/>
            </a:xfrm>
            <a:custGeom>
              <a:avLst/>
              <a:gdLst/>
              <a:ahLst/>
              <a:cxnLst/>
              <a:rect l="l" t="t" r="r" b="b"/>
              <a:pathLst>
                <a:path w="71556" h="71556" extrusionOk="0">
                  <a:moveTo>
                    <a:pt x="71556" y="35778"/>
                  </a:moveTo>
                  <a:cubicBezTo>
                    <a:pt x="71556" y="16028"/>
                    <a:pt x="55528" y="0"/>
                    <a:pt x="35778" y="0"/>
                  </a:cubicBezTo>
                  <a:cubicBezTo>
                    <a:pt x="16028" y="0"/>
                    <a:pt x="0" y="16028"/>
                    <a:pt x="0" y="35778"/>
                  </a:cubicBezTo>
                  <a:cubicBezTo>
                    <a:pt x="0" y="55529"/>
                    <a:pt x="16028" y="71557"/>
                    <a:pt x="35778" y="71557"/>
                  </a:cubicBezTo>
                  <a:cubicBezTo>
                    <a:pt x="55528" y="71557"/>
                    <a:pt x="71556" y="55529"/>
                    <a:pt x="71556" y="3577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35"/>
            <p:cNvSpPr/>
            <p:nvPr/>
          </p:nvSpPr>
          <p:spPr>
            <a:xfrm>
              <a:off x="5608451" y="2094090"/>
              <a:ext cx="34526" cy="34526"/>
            </a:xfrm>
            <a:custGeom>
              <a:avLst/>
              <a:gdLst/>
              <a:ahLst/>
              <a:cxnLst/>
              <a:rect l="l" t="t" r="r" b="b"/>
              <a:pathLst>
                <a:path w="71557" h="71556" extrusionOk="0">
                  <a:moveTo>
                    <a:pt x="71557" y="35778"/>
                  </a:moveTo>
                  <a:cubicBezTo>
                    <a:pt x="71557" y="16028"/>
                    <a:pt x="55528" y="0"/>
                    <a:pt x="35778" y="0"/>
                  </a:cubicBezTo>
                  <a:cubicBezTo>
                    <a:pt x="16028" y="0"/>
                    <a:pt x="0" y="16028"/>
                    <a:pt x="0" y="35778"/>
                  </a:cubicBezTo>
                  <a:cubicBezTo>
                    <a:pt x="0" y="55529"/>
                    <a:pt x="16028" y="71557"/>
                    <a:pt x="35778" y="71557"/>
                  </a:cubicBezTo>
                  <a:cubicBezTo>
                    <a:pt x="55528"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35"/>
            <p:cNvSpPr/>
            <p:nvPr/>
          </p:nvSpPr>
          <p:spPr>
            <a:xfrm>
              <a:off x="571901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35"/>
            <p:cNvSpPr/>
            <p:nvPr/>
          </p:nvSpPr>
          <p:spPr>
            <a:xfrm>
              <a:off x="5829571" y="2094090"/>
              <a:ext cx="34526" cy="34526"/>
            </a:xfrm>
            <a:custGeom>
              <a:avLst/>
              <a:gdLst/>
              <a:ahLst/>
              <a:cxnLst/>
              <a:rect l="l" t="t" r="r" b="b"/>
              <a:pathLst>
                <a:path w="71557" h="71556" extrusionOk="0">
                  <a:moveTo>
                    <a:pt x="71557" y="35778"/>
                  </a:moveTo>
                  <a:cubicBezTo>
                    <a:pt x="71557" y="16028"/>
                    <a:pt x="55529" y="0"/>
                    <a:pt x="35778" y="0"/>
                  </a:cubicBezTo>
                  <a:cubicBezTo>
                    <a:pt x="16028" y="0"/>
                    <a:pt x="0" y="16028"/>
                    <a:pt x="0" y="35778"/>
                  </a:cubicBezTo>
                  <a:cubicBezTo>
                    <a:pt x="0" y="55529"/>
                    <a:pt x="16028" y="71557"/>
                    <a:pt x="35778" y="71557"/>
                  </a:cubicBezTo>
                  <a:cubicBezTo>
                    <a:pt x="55529" y="71557"/>
                    <a:pt x="71557" y="55529"/>
                    <a:pt x="71557" y="3577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1419953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74"/>
                                        </p:tgtEl>
                                        <p:attrNameLst>
                                          <p:attrName>style.visibility</p:attrName>
                                        </p:attrNameLst>
                                      </p:cBhvr>
                                      <p:to>
                                        <p:strVal val="visible"/>
                                      </p:to>
                                    </p:set>
                                    <p:animEffect transition="in" filter="fade">
                                      <p:cBhvr>
                                        <p:cTn id="7" dur="1000"/>
                                        <p:tgtEl>
                                          <p:spTgt spid="574"/>
                                        </p:tgtEl>
                                      </p:cBhvr>
                                    </p:animEffect>
                                    <p:anim calcmode="lin" valueType="num">
                                      <p:cBhvr>
                                        <p:cTn id="8" dur="1000" fill="hold"/>
                                        <p:tgtEl>
                                          <p:spTgt spid="574"/>
                                        </p:tgtEl>
                                        <p:attrNameLst>
                                          <p:attrName>ppt_x</p:attrName>
                                        </p:attrNameLst>
                                      </p:cBhvr>
                                      <p:tavLst>
                                        <p:tav tm="0">
                                          <p:val>
                                            <p:strVal val="#ppt_x"/>
                                          </p:val>
                                        </p:tav>
                                        <p:tav tm="100000">
                                          <p:val>
                                            <p:strVal val="#ppt_x"/>
                                          </p:val>
                                        </p:tav>
                                      </p:tavLst>
                                    </p:anim>
                                    <p:anim calcmode="lin" valueType="num">
                                      <p:cBhvr>
                                        <p:cTn id="9" dur="1000" fill="hold"/>
                                        <p:tgtEl>
                                          <p:spTgt spid="5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 grpId="0"/>
    </p:bldLst>
  </p:timing>
</p:sld>
</file>

<file path=ppt/theme/theme1.xml><?xml version="1.0" encoding="utf-8"?>
<a:theme xmlns:a="http://schemas.openxmlformats.org/drawingml/2006/main" name="Data Analysis and Statistics - 4th grade by Slidesgo">
  <a:themeElements>
    <a:clrScheme name="Simple Light">
      <a:dk1>
        <a:srgbClr val="17175A"/>
      </a:dk1>
      <a:lt1>
        <a:srgbClr val="FFFFFF"/>
      </a:lt1>
      <a:dk2>
        <a:srgbClr val="F6F2CC"/>
      </a:dk2>
      <a:lt2>
        <a:srgbClr val="FCBD0E"/>
      </a:lt2>
      <a:accent1>
        <a:srgbClr val="FA9D02"/>
      </a:accent1>
      <a:accent2>
        <a:srgbClr val="FC81FD"/>
      </a:accent2>
      <a:accent3>
        <a:srgbClr val="7CE1CF"/>
      </a:accent3>
      <a:accent4>
        <a:srgbClr val="6E6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452</Words>
  <Application>Microsoft Office PowerPoint</Application>
  <PresentationFormat>On-screen Show (16:9)</PresentationFormat>
  <Paragraphs>42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Inter</vt:lpstr>
      <vt:lpstr>Passion One</vt:lpstr>
      <vt:lpstr>Data Analysis and Statistics - 4th grade by Slidesgo</vt:lpstr>
      <vt:lpstr>Global Tech-Gadget Sales</vt:lpstr>
      <vt:lpstr>CHARTS</vt:lpstr>
      <vt:lpstr>BAR CHART</vt:lpstr>
      <vt:lpstr>01.</vt:lpstr>
      <vt:lpstr>LINE CHART</vt:lpstr>
      <vt:lpstr>02.</vt:lpstr>
      <vt:lpstr>SCATTER PLOT</vt:lpstr>
      <vt:lpstr>03.</vt:lpstr>
      <vt:lpstr>Salamat sa buhay mo!!</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Tech-Gadget Sales</dc:title>
  <cp:lastModifiedBy>LENOVO</cp:lastModifiedBy>
  <cp:revision>12</cp:revision>
  <dcterms:modified xsi:type="dcterms:W3CDTF">2026-01-28T19:00:31Z</dcterms:modified>
</cp:coreProperties>
</file>